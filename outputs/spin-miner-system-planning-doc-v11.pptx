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A55420-C4DD-4624-9BF4-BE92164621F4}" v="7" dt="2026-04-25T07:44:26.7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100" d="100"/>
          <a:sy n="100" d="100"/>
        </p:scale>
        <p:origin x="87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대승 고" userId="8296c006db2f14ee" providerId="LiveId" clId="{F997F1B9-429E-4192-954F-F4CED232CDE9}"/>
    <pc:docChg chg="undo redo custSel modSld">
      <pc:chgData name="대승 고" userId="8296c006db2f14ee" providerId="LiveId" clId="{F997F1B9-429E-4192-954F-F4CED232CDE9}" dt="2026-04-25T07:48:52.195" v="488" actId="255"/>
      <pc:docMkLst>
        <pc:docMk/>
      </pc:docMkLst>
      <pc:sldChg chg="modSp mod">
        <pc:chgData name="대승 고" userId="8296c006db2f14ee" providerId="LiveId" clId="{F997F1B9-429E-4192-954F-F4CED232CDE9}" dt="2026-04-25T07:34:28.059" v="34" actId="6549"/>
        <pc:sldMkLst>
          <pc:docMk/>
          <pc:sldMk cId="525846558" sldId="257"/>
        </pc:sldMkLst>
        <pc:spChg chg="mod">
          <ac:chgData name="대승 고" userId="8296c006db2f14ee" providerId="LiveId" clId="{F997F1B9-429E-4192-954F-F4CED232CDE9}" dt="2026-04-24T12:42:20.035" v="10" actId="20577"/>
          <ac:spMkLst>
            <pc:docMk/>
            <pc:sldMk cId="525846558" sldId="257"/>
            <ac:spMk id="5" creationId="{B73C6442-A4D7-404B-8A6D-86DE3A4059E9}"/>
          </ac:spMkLst>
        </pc:spChg>
        <pc:spChg chg="mod">
          <ac:chgData name="대승 고" userId="8296c006db2f14ee" providerId="LiveId" clId="{F997F1B9-429E-4192-954F-F4CED232CDE9}" dt="2026-04-25T07:34:16.865" v="33" actId="20577"/>
          <ac:spMkLst>
            <pc:docMk/>
            <pc:sldMk cId="525846558" sldId="257"/>
            <ac:spMk id="9" creationId="{E5625521-CB52-47C4-9F7D-79775DAF0EA2}"/>
          </ac:spMkLst>
        </pc:spChg>
        <pc:spChg chg="mod">
          <ac:chgData name="대승 고" userId="8296c006db2f14ee" providerId="LiveId" clId="{F997F1B9-429E-4192-954F-F4CED232CDE9}" dt="2026-04-25T07:34:28.059" v="34" actId="6549"/>
          <ac:spMkLst>
            <pc:docMk/>
            <pc:sldMk cId="525846558" sldId="257"/>
            <ac:spMk id="11" creationId="{E07BF92A-33D6-4CAF-BB8B-6F8D5FBDA62C}"/>
          </ac:spMkLst>
        </pc:spChg>
      </pc:sldChg>
      <pc:sldChg chg="modSp mod">
        <pc:chgData name="대승 고" userId="8296c006db2f14ee" providerId="LiveId" clId="{F997F1B9-429E-4192-954F-F4CED232CDE9}" dt="2026-04-25T07:36:57.359" v="93" actId="20577"/>
        <pc:sldMkLst>
          <pc:docMk/>
          <pc:sldMk cId="1914450675" sldId="259"/>
        </pc:sldMkLst>
        <pc:spChg chg="mod">
          <ac:chgData name="대승 고" userId="8296c006db2f14ee" providerId="LiveId" clId="{F997F1B9-429E-4192-954F-F4CED232CDE9}" dt="2026-04-25T07:36:14.168" v="86" actId="20577"/>
          <ac:spMkLst>
            <pc:docMk/>
            <pc:sldMk cId="1914450675" sldId="259"/>
            <ac:spMk id="20" creationId="{5F3757F1-32DB-445B-91D8-5A5F3D805647}"/>
          </ac:spMkLst>
        </pc:spChg>
        <pc:spChg chg="mod">
          <ac:chgData name="대승 고" userId="8296c006db2f14ee" providerId="LiveId" clId="{F997F1B9-429E-4192-954F-F4CED232CDE9}" dt="2026-04-25T07:36:57.359" v="93" actId="20577"/>
          <ac:spMkLst>
            <pc:docMk/>
            <pc:sldMk cId="1914450675" sldId="259"/>
            <ac:spMk id="31" creationId="{BEC6EED5-D6CE-4C0B-B428-A70C85600A60}"/>
          </ac:spMkLst>
        </pc:spChg>
      </pc:sldChg>
      <pc:sldChg chg="modSp mod">
        <pc:chgData name="대승 고" userId="8296c006db2f14ee" providerId="LiveId" clId="{F997F1B9-429E-4192-954F-F4CED232CDE9}" dt="2026-04-25T07:37:43.502" v="155" actId="20577"/>
        <pc:sldMkLst>
          <pc:docMk/>
          <pc:sldMk cId="519721974" sldId="260"/>
        </pc:sldMkLst>
        <pc:spChg chg="mod">
          <ac:chgData name="대승 고" userId="8296c006db2f14ee" providerId="LiveId" clId="{F997F1B9-429E-4192-954F-F4CED232CDE9}" dt="2026-04-25T07:37:20.538" v="115" actId="20577"/>
          <ac:spMkLst>
            <pc:docMk/>
            <pc:sldMk cId="519721974" sldId="260"/>
            <ac:spMk id="11" creationId="{8E3811FD-FE05-4E8C-92AF-56CEF26F4AF1}"/>
          </ac:spMkLst>
        </pc:spChg>
        <pc:spChg chg="mod">
          <ac:chgData name="대승 고" userId="8296c006db2f14ee" providerId="LiveId" clId="{F997F1B9-429E-4192-954F-F4CED232CDE9}" dt="2026-04-25T07:37:43.502" v="155" actId="20577"/>
          <ac:spMkLst>
            <pc:docMk/>
            <pc:sldMk cId="519721974" sldId="260"/>
            <ac:spMk id="35" creationId="{CA758A90-9519-BD88-DD7C-D42FCFA719B2}"/>
          </ac:spMkLst>
        </pc:spChg>
      </pc:sldChg>
      <pc:sldChg chg="modSp mod">
        <pc:chgData name="대승 고" userId="8296c006db2f14ee" providerId="LiveId" clId="{F997F1B9-429E-4192-954F-F4CED232CDE9}" dt="2026-04-25T07:39:38.926" v="226" actId="20577"/>
        <pc:sldMkLst>
          <pc:docMk/>
          <pc:sldMk cId="1004735917" sldId="261"/>
        </pc:sldMkLst>
        <pc:spChg chg="mod">
          <ac:chgData name="대승 고" userId="8296c006db2f14ee" providerId="LiveId" clId="{F997F1B9-429E-4192-954F-F4CED232CDE9}" dt="2026-04-25T07:38:28.800" v="179" actId="20577"/>
          <ac:spMkLst>
            <pc:docMk/>
            <pc:sldMk cId="1004735917" sldId="261"/>
            <ac:spMk id="11" creationId="{90F75B2D-12AE-49F0-A951-2D99F1475777}"/>
          </ac:spMkLst>
        </pc:spChg>
        <pc:spChg chg="mod">
          <ac:chgData name="대승 고" userId="8296c006db2f14ee" providerId="LiveId" clId="{F997F1B9-429E-4192-954F-F4CED232CDE9}" dt="2026-04-25T07:38:14.834" v="165" actId="20577"/>
          <ac:spMkLst>
            <pc:docMk/>
            <pc:sldMk cId="1004735917" sldId="261"/>
            <ac:spMk id="42" creationId="{C5F171C9-633F-437F-B8D5-8BF21F856D56}"/>
          </ac:spMkLst>
        </pc:spChg>
        <pc:spChg chg="mod">
          <ac:chgData name="대승 고" userId="8296c006db2f14ee" providerId="LiveId" clId="{F997F1B9-429E-4192-954F-F4CED232CDE9}" dt="2026-04-25T07:38:25.971" v="172" actId="20577"/>
          <ac:spMkLst>
            <pc:docMk/>
            <pc:sldMk cId="1004735917" sldId="261"/>
            <ac:spMk id="46" creationId="{46E71F9D-9B60-471B-BFB2-AF5FF79E21E0}"/>
          </ac:spMkLst>
        </pc:spChg>
        <pc:spChg chg="mod">
          <ac:chgData name="대승 고" userId="8296c006db2f14ee" providerId="LiveId" clId="{F997F1B9-429E-4192-954F-F4CED232CDE9}" dt="2026-04-25T07:38:34.294" v="188" actId="20577"/>
          <ac:spMkLst>
            <pc:docMk/>
            <pc:sldMk cId="1004735917" sldId="261"/>
            <ac:spMk id="50" creationId="{086C1D21-5978-48E5-AF22-65759A558DB1}"/>
          </ac:spMkLst>
        </pc:spChg>
        <pc:spChg chg="mod">
          <ac:chgData name="대승 고" userId="8296c006db2f14ee" providerId="LiveId" clId="{F997F1B9-429E-4192-954F-F4CED232CDE9}" dt="2026-04-25T07:39:28.870" v="198" actId="20577"/>
          <ac:spMkLst>
            <pc:docMk/>
            <pc:sldMk cId="1004735917" sldId="261"/>
            <ac:spMk id="58" creationId="{6B122430-E230-4C48-8FA1-508C33C2B846}"/>
          </ac:spMkLst>
        </pc:spChg>
        <pc:spChg chg="mod">
          <ac:chgData name="대승 고" userId="8296c006db2f14ee" providerId="LiveId" clId="{F997F1B9-429E-4192-954F-F4CED232CDE9}" dt="2026-04-25T07:39:38.926" v="226" actId="20577"/>
          <ac:spMkLst>
            <pc:docMk/>
            <pc:sldMk cId="1004735917" sldId="261"/>
            <ac:spMk id="60" creationId="{B49EEC09-B43E-4FED-8648-4461C705DAD4}"/>
          </ac:spMkLst>
        </pc:spChg>
      </pc:sldChg>
      <pc:sldChg chg="modSp mod">
        <pc:chgData name="대승 고" userId="8296c006db2f14ee" providerId="LiveId" clId="{F997F1B9-429E-4192-954F-F4CED232CDE9}" dt="2026-04-25T07:41:55.877" v="263" actId="255"/>
        <pc:sldMkLst>
          <pc:docMk/>
          <pc:sldMk cId="377359206" sldId="262"/>
        </pc:sldMkLst>
        <pc:spChg chg="mod">
          <ac:chgData name="대승 고" userId="8296c006db2f14ee" providerId="LiveId" clId="{F997F1B9-429E-4192-954F-F4CED232CDE9}" dt="2026-04-25T07:41:55.877" v="263" actId="255"/>
          <ac:spMkLst>
            <pc:docMk/>
            <pc:sldMk cId="377359206" sldId="262"/>
            <ac:spMk id="5" creationId="{08B9E9A6-3496-410B-9290-BC5D742AC364}"/>
          </ac:spMkLst>
        </pc:spChg>
        <pc:spChg chg="mod">
          <ac:chgData name="대승 고" userId="8296c006db2f14ee" providerId="LiveId" clId="{F997F1B9-429E-4192-954F-F4CED232CDE9}" dt="2026-04-25T07:41:55.877" v="263" actId="255"/>
          <ac:spMkLst>
            <pc:docMk/>
            <pc:sldMk cId="377359206" sldId="262"/>
            <ac:spMk id="6" creationId="{14FB4E73-1918-48C3-AABE-BDC884F060ED}"/>
          </ac:spMkLst>
        </pc:spChg>
        <pc:spChg chg="mod">
          <ac:chgData name="대승 고" userId="8296c006db2f14ee" providerId="LiveId" clId="{F997F1B9-429E-4192-954F-F4CED232CDE9}" dt="2026-04-25T07:41:55.877" v="263" actId="255"/>
          <ac:spMkLst>
            <pc:docMk/>
            <pc:sldMk cId="377359206" sldId="262"/>
            <ac:spMk id="13" creationId="{4BFB45F5-209B-4400-A2E2-9BF3D935A080}"/>
          </ac:spMkLst>
        </pc:spChg>
        <pc:spChg chg="mod">
          <ac:chgData name="대승 고" userId="8296c006db2f14ee" providerId="LiveId" clId="{F997F1B9-429E-4192-954F-F4CED232CDE9}" dt="2026-04-25T07:41:55.877" v="263" actId="255"/>
          <ac:spMkLst>
            <pc:docMk/>
            <pc:sldMk cId="377359206" sldId="262"/>
            <ac:spMk id="14" creationId="{7DD2F571-EA65-40CE-9174-131B6786EABF}"/>
          </ac:spMkLst>
        </pc:spChg>
        <pc:spChg chg="mod">
          <ac:chgData name="대승 고" userId="8296c006db2f14ee" providerId="LiveId" clId="{F997F1B9-429E-4192-954F-F4CED232CDE9}" dt="2026-04-25T07:39:48.455" v="227" actId="6549"/>
          <ac:spMkLst>
            <pc:docMk/>
            <pc:sldMk cId="377359206" sldId="262"/>
            <ac:spMk id="15" creationId="{69C5C743-86BA-49C8-A7BF-C8DA32EE0011}"/>
          </ac:spMkLst>
        </pc:spChg>
        <pc:spChg chg="mod">
          <ac:chgData name="대승 고" userId="8296c006db2f14ee" providerId="LiveId" clId="{F997F1B9-429E-4192-954F-F4CED232CDE9}" dt="2026-04-25T07:41:55.877" v="263" actId="255"/>
          <ac:spMkLst>
            <pc:docMk/>
            <pc:sldMk cId="377359206" sldId="262"/>
            <ac:spMk id="23" creationId="{2099BB55-0C0B-4A43-9267-C2059E981EAE}"/>
          </ac:spMkLst>
        </pc:spChg>
        <pc:spChg chg="mod">
          <ac:chgData name="대승 고" userId="8296c006db2f14ee" providerId="LiveId" clId="{F997F1B9-429E-4192-954F-F4CED232CDE9}" dt="2026-04-25T07:41:55.877" v="263" actId="255"/>
          <ac:spMkLst>
            <pc:docMk/>
            <pc:sldMk cId="377359206" sldId="262"/>
            <ac:spMk id="25" creationId="{30FAD49B-809D-4995-8721-15AC42971B97}"/>
          </ac:spMkLst>
        </pc:spChg>
        <pc:spChg chg="mod">
          <ac:chgData name="대승 고" userId="8296c006db2f14ee" providerId="LiveId" clId="{F997F1B9-429E-4192-954F-F4CED232CDE9}" dt="2026-04-25T07:41:55.877" v="263" actId="255"/>
          <ac:spMkLst>
            <pc:docMk/>
            <pc:sldMk cId="377359206" sldId="262"/>
            <ac:spMk id="27" creationId="{5657A93B-15A9-4A25-A7A5-C35DFED585B2}"/>
          </ac:spMkLst>
        </pc:spChg>
        <pc:spChg chg="mod">
          <ac:chgData name="대승 고" userId="8296c006db2f14ee" providerId="LiveId" clId="{F997F1B9-429E-4192-954F-F4CED232CDE9}" dt="2026-04-25T07:41:55.877" v="263" actId="255"/>
          <ac:spMkLst>
            <pc:docMk/>
            <pc:sldMk cId="377359206" sldId="262"/>
            <ac:spMk id="29" creationId="{493B7136-A0DA-488F-946F-D88B40E66EE0}"/>
          </ac:spMkLst>
        </pc:spChg>
        <pc:spChg chg="mod">
          <ac:chgData name="대승 고" userId="8296c006db2f14ee" providerId="LiveId" clId="{F997F1B9-429E-4192-954F-F4CED232CDE9}" dt="2026-04-25T07:40:49.720" v="255" actId="20577"/>
          <ac:spMkLst>
            <pc:docMk/>
            <pc:sldMk cId="377359206" sldId="262"/>
            <ac:spMk id="37" creationId="{00ECAB35-5E54-4773-BED6-D93016D879E9}"/>
          </ac:spMkLst>
        </pc:spChg>
        <pc:spChg chg="mod">
          <ac:chgData name="대승 고" userId="8296c006db2f14ee" providerId="LiveId" clId="{F997F1B9-429E-4192-954F-F4CED232CDE9}" dt="2026-04-25T07:41:55.877" v="263" actId="255"/>
          <ac:spMkLst>
            <pc:docMk/>
            <pc:sldMk cId="377359206" sldId="262"/>
            <ac:spMk id="38" creationId="{888E0A9F-D981-4DC0-9E42-48C60B7A0D61}"/>
          </ac:spMkLst>
        </pc:spChg>
        <pc:spChg chg="mod">
          <ac:chgData name="대승 고" userId="8296c006db2f14ee" providerId="LiveId" clId="{F997F1B9-429E-4192-954F-F4CED232CDE9}" dt="2026-04-25T07:41:30.152" v="262" actId="6549"/>
          <ac:spMkLst>
            <pc:docMk/>
            <pc:sldMk cId="377359206" sldId="262"/>
            <ac:spMk id="39" creationId="{852E1E19-BDD6-4643-A656-C578C8023E79}"/>
          </ac:spMkLst>
        </pc:spChg>
        <pc:spChg chg="mod">
          <ac:chgData name="대승 고" userId="8296c006db2f14ee" providerId="LiveId" clId="{F997F1B9-429E-4192-954F-F4CED232CDE9}" dt="2026-04-25T07:41:55.877" v="263" actId="255"/>
          <ac:spMkLst>
            <pc:docMk/>
            <pc:sldMk cId="377359206" sldId="262"/>
            <ac:spMk id="44" creationId="{0C2FDC39-5A87-49BE-B604-ECDB383621D4}"/>
          </ac:spMkLst>
        </pc:spChg>
      </pc:sldChg>
      <pc:sldChg chg="addSp modSp mod">
        <pc:chgData name="대승 고" userId="8296c006db2f14ee" providerId="LiveId" clId="{F997F1B9-429E-4192-954F-F4CED232CDE9}" dt="2026-04-25T07:48:52.195" v="488" actId="255"/>
        <pc:sldMkLst>
          <pc:docMk/>
          <pc:sldMk cId="818856681" sldId="263"/>
        </pc:sldMkLst>
        <pc:spChg chg="mod">
          <ac:chgData name="대승 고" userId="8296c006db2f14ee" providerId="LiveId" clId="{F997F1B9-429E-4192-954F-F4CED232CDE9}" dt="2026-04-25T07:48:52.195" v="488" actId="255"/>
          <ac:spMkLst>
            <pc:docMk/>
            <pc:sldMk cId="818856681" sldId="263"/>
            <ac:spMk id="8" creationId="{98BA629C-4CA5-4681-BDB1-61207A2BE3D6}"/>
          </ac:spMkLst>
        </pc:spChg>
        <pc:spChg chg="mod">
          <ac:chgData name="대승 고" userId="8296c006db2f14ee" providerId="LiveId" clId="{F997F1B9-429E-4192-954F-F4CED232CDE9}" dt="2026-04-25T07:48:52.195" v="488" actId="255"/>
          <ac:spMkLst>
            <pc:docMk/>
            <pc:sldMk cId="818856681" sldId="263"/>
            <ac:spMk id="17" creationId="{C9FB75E4-E6FC-4FFA-8228-37C09F727F99}"/>
          </ac:spMkLst>
        </pc:spChg>
        <pc:spChg chg="mod">
          <ac:chgData name="대승 고" userId="8296c006db2f14ee" providerId="LiveId" clId="{F997F1B9-429E-4192-954F-F4CED232CDE9}" dt="2026-04-25T07:48:52.195" v="488" actId="255"/>
          <ac:spMkLst>
            <pc:docMk/>
            <pc:sldMk cId="818856681" sldId="263"/>
            <ac:spMk id="21" creationId="{F74112E9-AD19-49E3-A0DE-A82D1C995F53}"/>
          </ac:spMkLst>
        </pc:spChg>
        <pc:spChg chg="mod">
          <ac:chgData name="대승 고" userId="8296c006db2f14ee" providerId="LiveId" clId="{F997F1B9-429E-4192-954F-F4CED232CDE9}" dt="2026-04-25T07:42:29.220" v="285" actId="20577"/>
          <ac:spMkLst>
            <pc:docMk/>
            <pc:sldMk cId="818856681" sldId="263"/>
            <ac:spMk id="23" creationId="{39141D3B-F60E-422B-8466-30B5066E8ABC}"/>
          </ac:spMkLst>
        </pc:spChg>
        <pc:spChg chg="mod">
          <ac:chgData name="대승 고" userId="8296c006db2f14ee" providerId="LiveId" clId="{F997F1B9-429E-4192-954F-F4CED232CDE9}" dt="2026-04-25T07:48:52.195" v="488" actId="255"/>
          <ac:spMkLst>
            <pc:docMk/>
            <pc:sldMk cId="818856681" sldId="263"/>
            <ac:spMk id="24" creationId="{E7939B69-4572-4FDD-92C8-EB06B6984AA1}"/>
          </ac:spMkLst>
        </pc:spChg>
        <pc:spChg chg="mod">
          <ac:chgData name="대승 고" userId="8296c006db2f14ee" providerId="LiveId" clId="{F997F1B9-429E-4192-954F-F4CED232CDE9}" dt="2026-04-25T07:48:52.195" v="488" actId="255"/>
          <ac:spMkLst>
            <pc:docMk/>
            <pc:sldMk cId="818856681" sldId="263"/>
            <ac:spMk id="25" creationId="{1AC2F6C0-8D87-440F-A0C1-445B8B744669}"/>
          </ac:spMkLst>
        </pc:spChg>
        <pc:spChg chg="mod">
          <ac:chgData name="대승 고" userId="8296c006db2f14ee" providerId="LiveId" clId="{F997F1B9-429E-4192-954F-F4CED232CDE9}" dt="2026-04-25T07:48:52.195" v="488" actId="255"/>
          <ac:spMkLst>
            <pc:docMk/>
            <pc:sldMk cId="818856681" sldId="263"/>
            <ac:spMk id="26" creationId="{63B375FC-4B1C-49EE-A15C-14B283AA1869}"/>
          </ac:spMkLst>
        </pc:spChg>
        <pc:spChg chg="mod">
          <ac:chgData name="대승 고" userId="8296c006db2f14ee" providerId="LiveId" clId="{F997F1B9-429E-4192-954F-F4CED232CDE9}" dt="2026-04-25T07:48:52.195" v="488" actId="255"/>
          <ac:spMkLst>
            <pc:docMk/>
            <pc:sldMk cId="818856681" sldId="263"/>
            <ac:spMk id="27" creationId="{9B913540-0DB2-4E2C-9E65-F38F9C8240D1}"/>
          </ac:spMkLst>
        </pc:spChg>
        <pc:spChg chg="mod">
          <ac:chgData name="대승 고" userId="8296c006db2f14ee" providerId="LiveId" clId="{F997F1B9-429E-4192-954F-F4CED232CDE9}" dt="2026-04-25T07:48:52.195" v="488" actId="255"/>
          <ac:spMkLst>
            <pc:docMk/>
            <pc:sldMk cId="818856681" sldId="263"/>
            <ac:spMk id="28" creationId="{9A8B198B-B460-405C-8FA0-0D716E59ECAB}"/>
          </ac:spMkLst>
        </pc:spChg>
        <pc:spChg chg="mod">
          <ac:chgData name="대승 고" userId="8296c006db2f14ee" providerId="LiveId" clId="{F997F1B9-429E-4192-954F-F4CED232CDE9}" dt="2026-04-25T07:48:52.195" v="488" actId="255"/>
          <ac:spMkLst>
            <pc:docMk/>
            <pc:sldMk cId="818856681" sldId="263"/>
            <ac:spMk id="29" creationId="{B54E32F7-FF5D-4A79-A1E1-5D15200B44A8}"/>
          </ac:spMkLst>
        </pc:spChg>
        <pc:spChg chg="mod">
          <ac:chgData name="대승 고" userId="8296c006db2f14ee" providerId="LiveId" clId="{F997F1B9-429E-4192-954F-F4CED232CDE9}" dt="2026-04-25T07:43:23.130" v="313" actId="1076"/>
          <ac:spMkLst>
            <pc:docMk/>
            <pc:sldMk cId="818856681" sldId="263"/>
            <ac:spMk id="30" creationId="{01691DE1-3F6F-47BB-9DD5-9DCF2D43BF24}"/>
          </ac:spMkLst>
        </pc:spChg>
        <pc:spChg chg="mod">
          <ac:chgData name="대승 고" userId="8296c006db2f14ee" providerId="LiveId" clId="{F997F1B9-429E-4192-954F-F4CED232CDE9}" dt="2026-04-25T07:48:43.812" v="487" actId="20577"/>
          <ac:spMkLst>
            <pc:docMk/>
            <pc:sldMk cId="818856681" sldId="263"/>
            <ac:spMk id="31" creationId="{92E2F689-BB22-4BF5-A00D-234CB23DE8A6}"/>
          </ac:spMkLst>
        </pc:spChg>
        <pc:spChg chg="mod">
          <ac:chgData name="대승 고" userId="8296c006db2f14ee" providerId="LiveId" clId="{F997F1B9-429E-4192-954F-F4CED232CDE9}" dt="2026-04-25T07:48:52.195" v="488" actId="255"/>
          <ac:spMkLst>
            <pc:docMk/>
            <pc:sldMk cId="818856681" sldId="263"/>
            <ac:spMk id="32" creationId="{E0F86DEF-123A-4C20-8491-8AA607C5E11C}"/>
          </ac:spMkLst>
        </pc:spChg>
        <pc:spChg chg="mod">
          <ac:chgData name="대승 고" userId="8296c006db2f14ee" providerId="LiveId" clId="{F997F1B9-429E-4192-954F-F4CED232CDE9}" dt="2026-04-25T07:43:23.130" v="313" actId="1076"/>
          <ac:spMkLst>
            <pc:docMk/>
            <pc:sldMk cId="818856681" sldId="263"/>
            <ac:spMk id="33" creationId="{3004CEFC-A437-4537-AA10-CCD568353C4F}"/>
          </ac:spMkLst>
        </pc:spChg>
        <pc:spChg chg="mod">
          <ac:chgData name="대승 고" userId="8296c006db2f14ee" providerId="LiveId" clId="{F997F1B9-429E-4192-954F-F4CED232CDE9}" dt="2026-04-25T07:43:23.130" v="313" actId="1076"/>
          <ac:spMkLst>
            <pc:docMk/>
            <pc:sldMk cId="818856681" sldId="263"/>
            <ac:spMk id="34" creationId="{EE53F885-E6F0-430B-B783-D49151895943}"/>
          </ac:spMkLst>
        </pc:spChg>
        <pc:spChg chg="mod">
          <ac:chgData name="대승 고" userId="8296c006db2f14ee" providerId="LiveId" clId="{F997F1B9-429E-4192-954F-F4CED232CDE9}" dt="2026-04-25T07:43:37.676" v="362" actId="6549"/>
          <ac:spMkLst>
            <pc:docMk/>
            <pc:sldMk cId="818856681" sldId="263"/>
            <ac:spMk id="35" creationId="{5F396D85-4F71-430C-A1AA-E064A70A67D4}"/>
          </ac:spMkLst>
        </pc:spChg>
        <pc:spChg chg="add mod">
          <ac:chgData name="대승 고" userId="8296c006db2f14ee" providerId="LiveId" clId="{F997F1B9-429E-4192-954F-F4CED232CDE9}" dt="2026-04-25T07:43:15.089" v="310" actId="571"/>
          <ac:spMkLst>
            <pc:docMk/>
            <pc:sldMk cId="818856681" sldId="263"/>
            <ac:spMk id="36" creationId="{F33396E6-9F98-AC82-DF74-60016A2A8020}"/>
          </ac:spMkLst>
        </pc:spChg>
        <pc:spChg chg="add mod">
          <ac:chgData name="대승 고" userId="8296c006db2f14ee" providerId="LiveId" clId="{F997F1B9-429E-4192-954F-F4CED232CDE9}" dt="2026-04-25T07:43:15.089" v="310" actId="571"/>
          <ac:spMkLst>
            <pc:docMk/>
            <pc:sldMk cId="818856681" sldId="263"/>
            <ac:spMk id="37" creationId="{0FF9BA15-8877-A4B6-F009-273CB8A7CC32}"/>
          </ac:spMkLst>
        </pc:spChg>
        <pc:spChg chg="add mod">
          <ac:chgData name="대승 고" userId="8296c006db2f14ee" providerId="LiveId" clId="{F997F1B9-429E-4192-954F-F4CED232CDE9}" dt="2026-04-25T07:43:15.089" v="310" actId="571"/>
          <ac:spMkLst>
            <pc:docMk/>
            <pc:sldMk cId="818856681" sldId="263"/>
            <ac:spMk id="38" creationId="{C991CC38-4921-1D33-F483-81B0C9BA56B6}"/>
          </ac:spMkLst>
        </pc:spChg>
        <pc:spChg chg="mod">
          <ac:chgData name="대승 고" userId="8296c006db2f14ee" providerId="LiveId" clId="{F997F1B9-429E-4192-954F-F4CED232CDE9}" dt="2026-04-24T12:42:47.981" v="24" actId="403"/>
          <ac:spMkLst>
            <pc:docMk/>
            <pc:sldMk cId="818856681" sldId="263"/>
            <ac:spMk id="46" creationId="{A9E7128D-FA7F-1AA5-F9CE-EB4439C1350D}"/>
          </ac:spMkLst>
        </pc:spChg>
        <pc:spChg chg="mod">
          <ac:chgData name="대승 고" userId="8296c006db2f14ee" providerId="LiveId" clId="{F997F1B9-429E-4192-954F-F4CED232CDE9}" dt="2026-04-24T12:42:43.581" v="16" actId="20577"/>
          <ac:spMkLst>
            <pc:docMk/>
            <pc:sldMk cId="818856681" sldId="263"/>
            <ac:spMk id="51" creationId="{7FA6B0D0-CB61-6E08-B5DF-062E6D768B7D}"/>
          </ac:spMkLst>
        </pc:spChg>
        <pc:spChg chg="mod">
          <ac:chgData name="대승 고" userId="8296c006db2f14ee" providerId="LiveId" clId="{F997F1B9-429E-4192-954F-F4CED232CDE9}" dt="2026-04-24T12:42:45.561" v="19" actId="20577"/>
          <ac:spMkLst>
            <pc:docMk/>
            <pc:sldMk cId="818856681" sldId="263"/>
            <ac:spMk id="52" creationId="{87F8C4AD-27BC-BEEF-E842-5B6C99A5866E}"/>
          </ac:spMkLst>
        </pc:spChg>
      </pc:sldChg>
      <pc:sldChg chg="modSp mod">
        <pc:chgData name="대승 고" userId="8296c006db2f14ee" providerId="LiveId" clId="{F997F1B9-429E-4192-954F-F4CED232CDE9}" dt="2026-04-25T07:44:26.745" v="458"/>
        <pc:sldMkLst>
          <pc:docMk/>
          <pc:sldMk cId="265906906" sldId="264"/>
        </pc:sldMkLst>
        <pc:spChg chg="mod">
          <ac:chgData name="대승 고" userId="8296c006db2f14ee" providerId="LiveId" clId="{F997F1B9-429E-4192-954F-F4CED232CDE9}" dt="2026-04-25T07:43:55.205" v="367" actId="20577"/>
          <ac:spMkLst>
            <pc:docMk/>
            <pc:sldMk cId="265906906" sldId="264"/>
            <ac:spMk id="25" creationId="{C3A7F845-07E4-4D23-A9C5-0A50EF194B85}"/>
          </ac:spMkLst>
        </pc:spChg>
        <pc:spChg chg="mod">
          <ac:chgData name="대승 고" userId="8296c006db2f14ee" providerId="LiveId" clId="{F997F1B9-429E-4192-954F-F4CED232CDE9}" dt="2026-04-25T07:44:26.745" v="458"/>
          <ac:spMkLst>
            <pc:docMk/>
            <pc:sldMk cId="265906906" sldId="264"/>
            <ac:spMk id="27" creationId="{C04114CD-6019-4AFA-B6D9-0367CD96E7CB}"/>
          </ac:spMkLst>
        </pc:spChg>
        <pc:spChg chg="mod">
          <ac:chgData name="대승 고" userId="8296c006db2f14ee" providerId="LiveId" clId="{F997F1B9-429E-4192-954F-F4CED232CDE9}" dt="2026-04-25T07:44:18.791" v="456" actId="20577"/>
          <ac:spMkLst>
            <pc:docMk/>
            <pc:sldMk cId="265906906" sldId="264"/>
            <ac:spMk id="33" creationId="{F36DEA46-6203-4400-AA23-96BDB086AD25}"/>
          </ac:spMkLst>
        </pc:spChg>
        <pc:spChg chg="mod">
          <ac:chgData name="대승 고" userId="8296c006db2f14ee" providerId="LiveId" clId="{F997F1B9-429E-4192-954F-F4CED232CDE9}" dt="2026-04-25T07:44:25.517" v="457" actId="21"/>
          <ac:spMkLst>
            <pc:docMk/>
            <pc:sldMk cId="265906906" sldId="264"/>
            <ac:spMk id="39" creationId="{802C7149-35D9-42BD-B112-DF12AC8C56E1}"/>
          </ac:spMkLst>
        </pc:spChg>
      </pc:sldChg>
      <pc:sldChg chg="modSp mod">
        <pc:chgData name="대승 고" userId="8296c006db2f14ee" providerId="LiveId" clId="{F997F1B9-429E-4192-954F-F4CED232CDE9}" dt="2026-04-25T07:45:05.549" v="486" actId="6549"/>
        <pc:sldMkLst>
          <pc:docMk/>
          <pc:sldMk cId="567265254" sldId="265"/>
        </pc:sldMkLst>
        <pc:spChg chg="mod">
          <ac:chgData name="대승 고" userId="8296c006db2f14ee" providerId="LiveId" clId="{F997F1B9-429E-4192-954F-F4CED232CDE9}" dt="2026-04-25T07:45:05.549" v="486" actId="6549"/>
          <ac:spMkLst>
            <pc:docMk/>
            <pc:sldMk cId="567265254" sldId="265"/>
            <ac:spMk id="63" creationId="{0334DFDA-8474-4937-8871-6D73F4147F06}"/>
          </ac:spMkLst>
        </pc:spChg>
        <pc:spChg chg="mod">
          <ac:chgData name="대승 고" userId="8296c006db2f14ee" providerId="LiveId" clId="{F997F1B9-429E-4192-954F-F4CED232CDE9}" dt="2026-04-25T07:44:48.595" v="460" actId="20577"/>
          <ac:spMkLst>
            <pc:docMk/>
            <pc:sldMk cId="567265254" sldId="265"/>
            <ac:spMk id="109" creationId="{778616AF-41D4-F446-0D8F-91A3E1AFB1D9}"/>
          </ac:spMkLst>
        </pc:spChg>
        <pc:spChg chg="mod">
          <ac:chgData name="대승 고" userId="8296c006db2f14ee" providerId="LiveId" clId="{F997F1B9-429E-4192-954F-F4CED232CDE9}" dt="2026-04-25T07:44:59.225" v="485" actId="20577"/>
          <ac:spMkLst>
            <pc:docMk/>
            <pc:sldMk cId="567265254" sldId="265"/>
            <ac:spMk id="111" creationId="{AF8AAA08-80B3-9990-F9B1-CD16D15A83E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3DB6B30-3439-4DD3-8678-5B3EC65A54F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E60693C-C8D0-43BE-B65B-DF5D1F2F93C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C2F7BC9-B25E-4556-ADD4-A0ACD303E73A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7783F4B-1273-48E8-B12C-6E93D67F3AC3}"/>
              </a:ext>
            </a:extLst>
          </p:cNvPr>
          <p:cNvSpPr>
            <a:spLocks noGrp="1"/>
          </p:cNvSpPr>
          <p:nvPr/>
        </p:nvSpPr>
        <p:spPr>
          <a:xfrm>
            <a:off x="0" y="2895600"/>
            <a:ext cx="12192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buNone/>
              <a:defRPr sz="3150" b="1">
                <a:solidFill>
                  <a:srgbClr val="1E2D4A"/>
                </a:solidFill>
              </a:defRPr>
            </a:pPr>
            <a:r>
              <a:rPr sz="3150" b="1">
                <a:solidFill>
                  <a:srgbClr val="1E2D4A"/>
                </a:solidFill>
              </a:rPr>
              <a:t>Spin Miner 브레이크 시스템</a:t>
            </a:r>
          </a:p>
        </p:txBody>
      </p:sp>
    </p:spTree>
    <p:extLst>
      <p:ext uri="{BB962C8B-B14F-4D97-AF65-F5344CB8AC3E}">
        <p14:creationId xmlns:p14="http://schemas.microsoft.com/office/powerpoint/2010/main" val="15272195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DE38FA4-1E90-49F2-9470-79010CA05630}"/>
              </a:ext>
            </a:extLst>
          </p:cNvPr>
          <p:cNvSpPr>
            <a:spLocks noGrp="1"/>
          </p:cNvSpPr>
          <p:nvPr/>
        </p:nvSpPr>
        <p:spPr>
          <a:xfrm>
            <a:off x="95250" y="114300"/>
            <a:ext cx="85725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buNone/>
              <a:defRPr sz="2250" b="1">
                <a:solidFill>
                  <a:srgbClr val="1E2D4A"/>
                </a:solidFill>
              </a:defRPr>
            </a:pPr>
            <a:r>
              <a:rPr sz="2250" b="1">
                <a:solidFill>
                  <a:srgbClr val="1E2D4A"/>
                </a:solidFill>
              </a:rPr>
              <a:t>1. 개요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89F00B0-F01C-45FD-B4F8-9426979208D2}"/>
              </a:ext>
            </a:extLst>
          </p:cNvPr>
          <p:cNvSpPr>
            <a:spLocks noGrp="1"/>
          </p:cNvSpPr>
          <p:nvPr/>
        </p:nvSpPr>
        <p:spPr>
          <a:xfrm>
            <a:off x="0" y="590550"/>
            <a:ext cx="12192000" cy="19050"/>
          </a:xfrm>
          <a:prstGeom prst="rect">
            <a:avLst/>
          </a:prstGeom>
          <a:solidFill>
            <a:srgbClr val="9EA5AE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632B403-9912-4D50-A713-BEDF04374B35}"/>
              </a:ext>
            </a:extLst>
          </p:cNvPr>
          <p:cNvSpPr>
            <a:spLocks noGrp="1"/>
          </p:cNvSpPr>
          <p:nvPr/>
        </p:nvSpPr>
        <p:spPr>
          <a:xfrm>
            <a:off x="95250" y="781050"/>
            <a:ext cx="1123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buNone/>
              <a:defRPr sz="1350" b="1">
                <a:solidFill>
                  <a:srgbClr val="202020"/>
                </a:solidFill>
              </a:defRPr>
            </a:pPr>
            <a:r>
              <a:rPr sz="1200" b="1">
                <a:solidFill>
                  <a:srgbClr val="202020"/>
                </a:solidFill>
              </a:rPr>
              <a:t>1.1. 시스템 정의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73C6442-A4D7-404B-8A6D-86DE3A4059E9}"/>
              </a:ext>
            </a:extLst>
          </p:cNvPr>
          <p:cNvSpPr>
            <a:spLocks noGrp="1"/>
          </p:cNvSpPr>
          <p:nvPr/>
        </p:nvSpPr>
        <p:spPr>
          <a:xfrm>
            <a:off x="95250" y="1123950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buNone/>
              <a:defRPr sz="1275" b="0">
                <a:solidFill>
                  <a:srgbClr val="202020"/>
                </a:solidFill>
              </a:defRPr>
            </a:pPr>
            <a:r>
              <a:rPr sz="1200" b="0" dirty="0">
                <a:solidFill>
                  <a:srgbClr val="202020"/>
                </a:solidFill>
              </a:rPr>
              <a:t>- </a:t>
            </a:r>
            <a:r>
              <a:rPr sz="1200" b="0" dirty="0" err="1">
                <a:solidFill>
                  <a:srgbClr val="202020"/>
                </a:solidFill>
              </a:rPr>
              <a:t>대형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광물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채굴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중에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약점이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노출되며</a:t>
            </a:r>
            <a:r>
              <a:rPr sz="1200" b="0" dirty="0">
                <a:solidFill>
                  <a:srgbClr val="202020"/>
                </a:solidFill>
              </a:rPr>
              <a:t>, </a:t>
            </a:r>
            <a:r>
              <a:rPr sz="1200" b="0" dirty="0" err="1">
                <a:solidFill>
                  <a:srgbClr val="202020"/>
                </a:solidFill>
              </a:rPr>
              <a:t>약점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lang="ko-KR" altLang="en-US" sz="1200" b="0" dirty="0">
                <a:solidFill>
                  <a:srgbClr val="202020"/>
                </a:solidFill>
              </a:rPr>
              <a:t>공략</a:t>
            </a:r>
            <a:r>
              <a:rPr sz="1200" b="0" dirty="0">
                <a:solidFill>
                  <a:srgbClr val="202020"/>
                </a:solidFill>
              </a:rPr>
              <a:t>을 </a:t>
            </a:r>
            <a:r>
              <a:rPr sz="1200" b="0" dirty="0" err="1">
                <a:solidFill>
                  <a:srgbClr val="202020"/>
                </a:solidFill>
              </a:rPr>
              <a:t>통해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일정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시간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브레이크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상태를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발생시키는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시스템</a:t>
            </a:r>
            <a:endParaRPr sz="1200" b="0" dirty="0">
              <a:solidFill>
                <a:srgbClr val="202020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8820293-8214-48F0-B795-1FACFAC2FF1F}"/>
              </a:ext>
            </a:extLst>
          </p:cNvPr>
          <p:cNvSpPr>
            <a:spLocks noGrp="1"/>
          </p:cNvSpPr>
          <p:nvPr/>
        </p:nvSpPr>
        <p:spPr>
          <a:xfrm>
            <a:off x="95250" y="1400175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buNone/>
              <a:defRPr sz="1275" b="0">
                <a:solidFill>
                  <a:srgbClr val="202020"/>
                </a:solidFill>
              </a:defRPr>
            </a:pPr>
            <a:r>
              <a:rPr sz="1200" b="0" dirty="0">
                <a:solidFill>
                  <a:srgbClr val="202020"/>
                </a:solidFill>
              </a:rPr>
              <a:t>- </a:t>
            </a:r>
            <a:r>
              <a:rPr sz="1200" b="0" dirty="0" err="1">
                <a:solidFill>
                  <a:srgbClr val="202020"/>
                </a:solidFill>
              </a:rPr>
              <a:t>브레이크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상태에서는</a:t>
            </a:r>
            <a:r>
              <a:rPr sz="1200" b="0" dirty="0">
                <a:solidFill>
                  <a:srgbClr val="202020"/>
                </a:solidFill>
              </a:rPr>
              <a:t> 피해량이 </a:t>
            </a:r>
            <a:r>
              <a:rPr sz="1200" b="0" dirty="0" err="1">
                <a:solidFill>
                  <a:srgbClr val="202020"/>
                </a:solidFill>
              </a:rPr>
              <a:t>증가해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채굴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효율이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상승한다</a:t>
            </a:r>
            <a:r>
              <a:rPr sz="1200" b="0" dirty="0">
                <a:solidFill>
                  <a:srgbClr val="202020"/>
                </a:solidFill>
              </a:rPr>
              <a:t>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938380F-2D1C-4FC5-B735-4F6DE7E4A0B3}"/>
              </a:ext>
            </a:extLst>
          </p:cNvPr>
          <p:cNvSpPr>
            <a:spLocks noGrp="1"/>
          </p:cNvSpPr>
          <p:nvPr/>
        </p:nvSpPr>
        <p:spPr>
          <a:xfrm>
            <a:off x="95250" y="1676400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buNone/>
              <a:defRPr sz="1275" b="0">
                <a:solidFill>
                  <a:srgbClr val="202020"/>
                </a:solidFill>
              </a:defRPr>
            </a:pPr>
            <a:r>
              <a:rPr sz="1200" b="0">
                <a:solidFill>
                  <a:srgbClr val="202020"/>
                </a:solidFill>
              </a:rPr>
              <a:t>- 약점은 브레이크를 발생시키는 시동기 역할로 정의한다.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FB9708E-6D52-4906-BDE1-EFDCF68354DA}"/>
              </a:ext>
            </a:extLst>
          </p:cNvPr>
          <p:cNvSpPr>
            <a:spLocks noGrp="1"/>
          </p:cNvSpPr>
          <p:nvPr/>
        </p:nvSpPr>
        <p:spPr>
          <a:xfrm>
            <a:off x="95250" y="2209800"/>
            <a:ext cx="1123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buNone/>
              <a:defRPr sz="1350" b="1">
                <a:solidFill>
                  <a:srgbClr val="202020"/>
                </a:solidFill>
              </a:defRPr>
            </a:pPr>
            <a:r>
              <a:rPr sz="1200" b="1">
                <a:solidFill>
                  <a:srgbClr val="202020"/>
                </a:solidFill>
              </a:rPr>
              <a:t>1.2. 시스템 목적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5625521-CB52-47C4-9F7D-79775DAF0EA2}"/>
              </a:ext>
            </a:extLst>
          </p:cNvPr>
          <p:cNvSpPr>
            <a:spLocks noGrp="1"/>
          </p:cNvSpPr>
          <p:nvPr/>
        </p:nvSpPr>
        <p:spPr>
          <a:xfrm>
            <a:off x="95250" y="2552700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buNone/>
              <a:defRPr sz="1275" b="0">
                <a:solidFill>
                  <a:srgbClr val="202020"/>
                </a:solidFill>
              </a:defRPr>
            </a:pPr>
            <a:r>
              <a:rPr sz="1200" b="0" dirty="0">
                <a:solidFill>
                  <a:srgbClr val="202020"/>
                </a:solidFill>
              </a:rPr>
              <a:t>- </a:t>
            </a:r>
            <a:r>
              <a:rPr sz="1200" b="0" dirty="0" err="1">
                <a:solidFill>
                  <a:srgbClr val="202020"/>
                </a:solidFill>
              </a:rPr>
              <a:t>대형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광물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앞에서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대기</a:t>
            </a:r>
            <a:r>
              <a:rPr sz="1200" dirty="0" err="1">
                <a:solidFill>
                  <a:srgbClr val="202020"/>
                </a:solidFill>
              </a:rPr>
              <a:t>하며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타격이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lang="ko-KR" altLang="en-US" sz="1200" dirty="0">
                <a:solidFill>
                  <a:srgbClr val="202020"/>
                </a:solidFill>
              </a:rPr>
              <a:t>지속</a:t>
            </a:r>
            <a:r>
              <a:rPr sz="1200" b="0" dirty="0" err="1">
                <a:solidFill>
                  <a:srgbClr val="202020"/>
                </a:solidFill>
              </a:rPr>
              <a:t>되는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구간에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조작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목적을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부여한다</a:t>
            </a:r>
            <a:r>
              <a:rPr sz="1200" b="0" dirty="0">
                <a:solidFill>
                  <a:srgbClr val="202020"/>
                </a:solidFill>
              </a:rPr>
              <a:t>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B1BD790-6C30-4955-9DE4-7503F7AD5F23}"/>
              </a:ext>
            </a:extLst>
          </p:cNvPr>
          <p:cNvSpPr>
            <a:spLocks noGrp="1"/>
          </p:cNvSpPr>
          <p:nvPr/>
        </p:nvSpPr>
        <p:spPr>
          <a:xfrm>
            <a:off x="95250" y="2828925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buNone/>
              <a:defRPr sz="1275" b="0">
                <a:solidFill>
                  <a:srgbClr val="202020"/>
                </a:solidFill>
              </a:defRPr>
            </a:pPr>
            <a:r>
              <a:rPr sz="1200" b="0">
                <a:solidFill>
                  <a:srgbClr val="202020"/>
                </a:solidFill>
              </a:rPr>
              <a:t>- 약점 노출, 약점 공략, 브레이크 보상 구간을 분리해 플레이 리듬을 만든다.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07BF92A-33D6-4CAF-BB8B-6F8D5FBDA62C}"/>
              </a:ext>
            </a:extLst>
          </p:cNvPr>
          <p:cNvSpPr>
            <a:spLocks noGrp="1"/>
          </p:cNvSpPr>
          <p:nvPr/>
        </p:nvSpPr>
        <p:spPr>
          <a:xfrm>
            <a:off x="95250" y="3105150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buNone/>
              <a:defRPr sz="1275" b="0">
                <a:solidFill>
                  <a:srgbClr val="202020"/>
                </a:solidFill>
              </a:defRPr>
            </a:pPr>
            <a:r>
              <a:rPr sz="1200" b="0" dirty="0">
                <a:solidFill>
                  <a:srgbClr val="202020"/>
                </a:solidFill>
              </a:rPr>
              <a:t>- </a:t>
            </a:r>
            <a:r>
              <a:rPr sz="1200" b="0" dirty="0" err="1">
                <a:solidFill>
                  <a:srgbClr val="202020"/>
                </a:solidFill>
              </a:rPr>
              <a:t>대형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광물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앞에서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플레이어가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타격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대상을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의식하도록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만든다</a:t>
            </a:r>
            <a:r>
              <a:rPr sz="1200" b="0" dirty="0">
                <a:solidFill>
                  <a:srgbClr val="202020"/>
                </a:solidFill>
              </a:rPr>
              <a:t>.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4594842-F7FD-42B2-9F6F-C56A4D6DC0AD}"/>
              </a:ext>
            </a:extLst>
          </p:cNvPr>
          <p:cNvSpPr>
            <a:spLocks noGrp="1"/>
          </p:cNvSpPr>
          <p:nvPr/>
        </p:nvSpPr>
        <p:spPr>
          <a:xfrm>
            <a:off x="95250" y="3638550"/>
            <a:ext cx="1123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buNone/>
              <a:defRPr sz="1350" b="1">
                <a:solidFill>
                  <a:srgbClr val="202020"/>
                </a:solidFill>
              </a:defRPr>
            </a:pPr>
            <a:r>
              <a:rPr sz="1200" b="1">
                <a:solidFill>
                  <a:srgbClr val="202020"/>
                </a:solidFill>
              </a:rPr>
              <a:t>1.3. 기대 효과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487C1A7-1A04-4403-A504-D7457AD30488}"/>
              </a:ext>
            </a:extLst>
          </p:cNvPr>
          <p:cNvSpPr>
            <a:spLocks noGrp="1"/>
          </p:cNvSpPr>
          <p:nvPr/>
        </p:nvSpPr>
        <p:spPr>
          <a:xfrm>
            <a:off x="95250" y="3981450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buNone/>
              <a:defRPr sz="1275" b="0">
                <a:solidFill>
                  <a:srgbClr val="202020"/>
                </a:solidFill>
              </a:defRPr>
            </a:pPr>
            <a:r>
              <a:rPr sz="1200" b="0">
                <a:solidFill>
                  <a:srgbClr val="202020"/>
                </a:solidFill>
              </a:rPr>
              <a:t>- 대형 광물을 오래 때리는 대상이 아니라 공략 대상처럼 인식하게 한다.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E4D00D1-A5A8-4731-9A26-61762EC32127}"/>
              </a:ext>
            </a:extLst>
          </p:cNvPr>
          <p:cNvSpPr>
            <a:spLocks noGrp="1"/>
          </p:cNvSpPr>
          <p:nvPr/>
        </p:nvSpPr>
        <p:spPr>
          <a:xfrm>
            <a:off x="95250" y="4257675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buNone/>
              <a:defRPr sz="1275" b="0">
                <a:solidFill>
                  <a:srgbClr val="202020"/>
                </a:solidFill>
              </a:defRPr>
            </a:pPr>
            <a:r>
              <a:rPr sz="1200" b="0">
                <a:solidFill>
                  <a:srgbClr val="202020"/>
                </a:solidFill>
              </a:rPr>
              <a:t>- 브레이크 타이밍을 통해 짧은 보상 구간을 제공한다.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266E56E-E7DA-4B6D-B66D-3C60B9A64892}"/>
              </a:ext>
            </a:extLst>
          </p:cNvPr>
          <p:cNvSpPr>
            <a:spLocks noGrp="1"/>
          </p:cNvSpPr>
          <p:nvPr/>
        </p:nvSpPr>
        <p:spPr>
          <a:xfrm>
            <a:off x="95250" y="4533900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buNone/>
              <a:defRPr sz="1275" b="0">
                <a:solidFill>
                  <a:srgbClr val="202020"/>
                </a:solidFill>
              </a:defRPr>
            </a:pPr>
            <a:r>
              <a:rPr sz="1200" b="0">
                <a:solidFill>
                  <a:srgbClr val="202020"/>
                </a:solidFill>
              </a:rPr>
              <a:t>- 대형 광물의 체류 시간을 공략 단계로 분해한다.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99CE827-9FA9-4EE7-8A72-A454713AE204}"/>
              </a:ext>
            </a:extLst>
          </p:cNvPr>
          <p:cNvSpPr>
            <a:spLocks noGrp="1"/>
          </p:cNvSpPr>
          <p:nvPr/>
        </p:nvSpPr>
        <p:spPr>
          <a:xfrm>
            <a:off x="95250" y="5257800"/>
            <a:ext cx="1123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buNone/>
              <a:defRPr sz="1350" b="1">
                <a:solidFill>
                  <a:srgbClr val="202020"/>
                </a:solidFill>
              </a:defRPr>
            </a:pPr>
            <a:r>
              <a:rPr sz="1200" b="1">
                <a:solidFill>
                  <a:srgbClr val="202020"/>
                </a:solidFill>
              </a:rPr>
              <a:t>1.4. 참고 링크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8E7B01F-C386-48C4-A4E4-215494F98436}"/>
              </a:ext>
            </a:extLst>
          </p:cNvPr>
          <p:cNvSpPr>
            <a:spLocks noGrp="1"/>
          </p:cNvSpPr>
          <p:nvPr/>
        </p:nvSpPr>
        <p:spPr>
          <a:xfrm>
            <a:off x="95250" y="5610225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buNone/>
              <a:defRPr sz="1125" b="0">
                <a:solidFill>
                  <a:srgbClr val="202020"/>
                </a:solidFill>
              </a:defRPr>
            </a:pPr>
            <a:r>
              <a:rPr sz="1200" b="0" dirty="0">
                <a:solidFill>
                  <a:srgbClr val="202020"/>
                </a:solidFill>
              </a:rPr>
              <a:t>- </a:t>
            </a:r>
            <a:r>
              <a:rPr sz="1200" b="0" dirty="0" err="1">
                <a:solidFill>
                  <a:srgbClr val="202020"/>
                </a:solidFill>
              </a:rPr>
              <a:t>프로토타입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플레이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링크</a:t>
            </a:r>
            <a:r>
              <a:rPr sz="1200" b="0" dirty="0">
                <a:solidFill>
                  <a:srgbClr val="202020"/>
                </a:solidFill>
              </a:rPr>
              <a:t>: https://bigtory-web.github.io/spin-miner-prototype/</a:t>
            </a:r>
          </a:p>
        </p:txBody>
      </p:sp>
    </p:spTree>
    <p:extLst>
      <p:ext uri="{BB962C8B-B14F-4D97-AF65-F5344CB8AC3E}">
        <p14:creationId xmlns:p14="http://schemas.microsoft.com/office/powerpoint/2010/main" val="525846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1B4CC70E-2B6C-4E3C-B9A0-CE7FB9421C80}"/>
              </a:ext>
            </a:extLst>
          </p:cNvPr>
          <p:cNvSpPr>
            <a:spLocks noGrp="1"/>
          </p:cNvSpPr>
          <p:nvPr/>
        </p:nvSpPr>
        <p:spPr>
          <a:xfrm>
            <a:off x="95250" y="114300"/>
            <a:ext cx="85725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buNone/>
              <a:defRPr sz="2250" b="1">
                <a:solidFill>
                  <a:srgbClr val="1E2D4A"/>
                </a:solidFill>
              </a:defRPr>
            </a:pPr>
            <a:r>
              <a:rPr sz="2250" b="1">
                <a:solidFill>
                  <a:srgbClr val="1E2D4A"/>
                </a:solidFill>
              </a:rPr>
              <a:t>2. 용어 정의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0A1CE62-5BDA-409C-B707-0403F7409E3C}"/>
              </a:ext>
            </a:extLst>
          </p:cNvPr>
          <p:cNvSpPr>
            <a:spLocks noGrp="1"/>
          </p:cNvSpPr>
          <p:nvPr/>
        </p:nvSpPr>
        <p:spPr>
          <a:xfrm>
            <a:off x="0" y="590550"/>
            <a:ext cx="12192000" cy="19050"/>
          </a:xfrm>
          <a:prstGeom prst="rect">
            <a:avLst/>
          </a:prstGeom>
          <a:solidFill>
            <a:srgbClr val="9EA5AE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9FD2C99-DF39-465D-9A61-53D0951DBBE5}"/>
              </a:ext>
            </a:extLst>
          </p:cNvPr>
          <p:cNvSpPr>
            <a:spLocks noGrp="1"/>
          </p:cNvSpPr>
          <p:nvPr/>
        </p:nvSpPr>
        <p:spPr>
          <a:xfrm>
            <a:off x="190500" y="914400"/>
            <a:ext cx="1809750" cy="5905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FF80F41-20B1-4782-9A39-894E3F47C09B}"/>
              </a:ext>
            </a:extLst>
          </p:cNvPr>
          <p:cNvSpPr>
            <a:spLocks noGrp="1"/>
          </p:cNvSpPr>
          <p:nvPr/>
        </p:nvSpPr>
        <p:spPr>
          <a:xfrm>
            <a:off x="247650" y="952500"/>
            <a:ext cx="16954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용어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9E13BC0-A8A4-4CF4-94FE-B75BBC0DAE7C}"/>
              </a:ext>
            </a:extLst>
          </p:cNvPr>
          <p:cNvSpPr>
            <a:spLocks noGrp="1"/>
          </p:cNvSpPr>
          <p:nvPr/>
        </p:nvSpPr>
        <p:spPr>
          <a:xfrm>
            <a:off x="2000250" y="914400"/>
            <a:ext cx="5334000" cy="5905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B458C1B-0083-46F9-A1F3-17E18B91A78C}"/>
              </a:ext>
            </a:extLst>
          </p:cNvPr>
          <p:cNvSpPr>
            <a:spLocks noGrp="1"/>
          </p:cNvSpPr>
          <p:nvPr/>
        </p:nvSpPr>
        <p:spPr>
          <a:xfrm>
            <a:off x="2057400" y="952500"/>
            <a:ext cx="52197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정의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4E5C148-2BC4-4C09-A737-07CF3DD537E9}"/>
              </a:ext>
            </a:extLst>
          </p:cNvPr>
          <p:cNvSpPr>
            <a:spLocks noGrp="1"/>
          </p:cNvSpPr>
          <p:nvPr/>
        </p:nvSpPr>
        <p:spPr>
          <a:xfrm>
            <a:off x="7334250" y="914400"/>
            <a:ext cx="4476750" cy="5905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A6C2D8E-49B7-4D70-A04B-DDAAB5E1678D}"/>
              </a:ext>
            </a:extLst>
          </p:cNvPr>
          <p:cNvSpPr>
            <a:spLocks noGrp="1"/>
          </p:cNvSpPr>
          <p:nvPr/>
        </p:nvSpPr>
        <p:spPr>
          <a:xfrm>
            <a:off x="7391400" y="952500"/>
            <a:ext cx="43624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기획상 역할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4DBE986-8374-488F-A29A-5F70E62FA54B}"/>
              </a:ext>
            </a:extLst>
          </p:cNvPr>
          <p:cNvSpPr>
            <a:spLocks noGrp="1"/>
          </p:cNvSpPr>
          <p:nvPr/>
        </p:nvSpPr>
        <p:spPr>
          <a:xfrm>
            <a:off x="190500" y="1504950"/>
            <a:ext cx="1809750" cy="5905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E705DCA-D6DB-4A40-99A3-5626B82B5C85}"/>
              </a:ext>
            </a:extLst>
          </p:cNvPr>
          <p:cNvSpPr>
            <a:spLocks noGrp="1"/>
          </p:cNvSpPr>
          <p:nvPr/>
        </p:nvSpPr>
        <p:spPr>
          <a:xfrm>
            <a:off x="247650" y="1543050"/>
            <a:ext cx="16954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약점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DFF4EA4-C696-4B0E-9789-FD6CDDE79D5A}"/>
              </a:ext>
            </a:extLst>
          </p:cNvPr>
          <p:cNvSpPr>
            <a:spLocks noGrp="1"/>
          </p:cNvSpPr>
          <p:nvPr/>
        </p:nvSpPr>
        <p:spPr>
          <a:xfrm>
            <a:off x="2000250" y="1504950"/>
            <a:ext cx="5334000" cy="5905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A0E9971-3A7C-469A-BDAE-49E1E3D83285}"/>
              </a:ext>
            </a:extLst>
          </p:cNvPr>
          <p:cNvSpPr>
            <a:spLocks noGrp="1"/>
          </p:cNvSpPr>
          <p:nvPr/>
        </p:nvSpPr>
        <p:spPr>
          <a:xfrm>
            <a:off x="2057400" y="1543050"/>
            <a:ext cx="52197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>
                <a:solidFill>
                  <a:srgbClr val="202020"/>
                </a:solidFill>
              </a:rPr>
              <a:t>대형 광물을 타격하면 해당 광물 근처에 등장하는 공략 포인트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A0E49DA-10AF-4998-B58C-E1B22F44A2BA}"/>
              </a:ext>
            </a:extLst>
          </p:cNvPr>
          <p:cNvSpPr>
            <a:spLocks noGrp="1"/>
          </p:cNvSpPr>
          <p:nvPr/>
        </p:nvSpPr>
        <p:spPr>
          <a:xfrm>
            <a:off x="7334250" y="1504950"/>
            <a:ext cx="4476750" cy="5905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AA6DD05-A3E0-4DFF-8734-4DAD075EBBC9}"/>
              </a:ext>
            </a:extLst>
          </p:cNvPr>
          <p:cNvSpPr>
            <a:spLocks noGrp="1"/>
          </p:cNvSpPr>
          <p:nvPr/>
        </p:nvSpPr>
        <p:spPr>
          <a:xfrm>
            <a:off x="7391400" y="1543050"/>
            <a:ext cx="43624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브레이크를 발생시키기 위한 시동기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7A6D0A0-6887-40BA-A15B-F572EDDF420C}"/>
              </a:ext>
            </a:extLst>
          </p:cNvPr>
          <p:cNvSpPr>
            <a:spLocks noGrp="1"/>
          </p:cNvSpPr>
          <p:nvPr/>
        </p:nvSpPr>
        <p:spPr>
          <a:xfrm>
            <a:off x="190500" y="2095500"/>
            <a:ext cx="1809750" cy="5905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1199911-3032-4CF2-AF49-8751BFA83ED8}"/>
              </a:ext>
            </a:extLst>
          </p:cNvPr>
          <p:cNvSpPr>
            <a:spLocks noGrp="1"/>
          </p:cNvSpPr>
          <p:nvPr/>
        </p:nvSpPr>
        <p:spPr>
          <a:xfrm>
            <a:off x="247650" y="2133600"/>
            <a:ext cx="16954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브레이크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C737971-450B-4D21-85B0-62F870184E3C}"/>
              </a:ext>
            </a:extLst>
          </p:cNvPr>
          <p:cNvSpPr>
            <a:spLocks noGrp="1"/>
          </p:cNvSpPr>
          <p:nvPr/>
        </p:nvSpPr>
        <p:spPr>
          <a:xfrm>
            <a:off x="2000250" y="2095500"/>
            <a:ext cx="5334000" cy="5905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FB01960-49F0-4F42-ADDF-C64A4E425ADF}"/>
              </a:ext>
            </a:extLst>
          </p:cNvPr>
          <p:cNvSpPr>
            <a:spLocks noGrp="1"/>
          </p:cNvSpPr>
          <p:nvPr/>
        </p:nvSpPr>
        <p:spPr>
          <a:xfrm>
            <a:off x="2057400" y="2133600"/>
            <a:ext cx="52197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약점을 일정 횟수 타격하면 일정 시간 발생하는 취약 상태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EE23633-4BCB-4905-AE11-41B4F4F4D036}"/>
              </a:ext>
            </a:extLst>
          </p:cNvPr>
          <p:cNvSpPr>
            <a:spLocks noGrp="1"/>
          </p:cNvSpPr>
          <p:nvPr/>
        </p:nvSpPr>
        <p:spPr>
          <a:xfrm>
            <a:off x="7334250" y="2095500"/>
            <a:ext cx="4476750" cy="5905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8B71A1E-7512-440F-B4F9-7BF6E5560BF2}"/>
              </a:ext>
            </a:extLst>
          </p:cNvPr>
          <p:cNvSpPr>
            <a:spLocks noGrp="1"/>
          </p:cNvSpPr>
          <p:nvPr/>
        </p:nvSpPr>
        <p:spPr>
          <a:xfrm>
            <a:off x="7391400" y="2133600"/>
            <a:ext cx="43624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긴 체류 구간에 리듬 변화를 주는 보상 구간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53A35F8-DE08-495C-AB2F-954EC1FF6E3B}"/>
              </a:ext>
            </a:extLst>
          </p:cNvPr>
          <p:cNvSpPr>
            <a:spLocks noGrp="1"/>
          </p:cNvSpPr>
          <p:nvPr/>
        </p:nvSpPr>
        <p:spPr>
          <a:xfrm>
            <a:off x="190500" y="2686050"/>
            <a:ext cx="1809750" cy="5905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27D416A3-FC46-4674-8917-6471F3566D1F}"/>
              </a:ext>
            </a:extLst>
          </p:cNvPr>
          <p:cNvSpPr>
            <a:spLocks noGrp="1"/>
          </p:cNvSpPr>
          <p:nvPr/>
        </p:nvSpPr>
        <p:spPr>
          <a:xfrm>
            <a:off x="247650" y="2724150"/>
            <a:ext cx="16954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대형 광물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7C40398F-04D5-4C75-967D-05AFC8CBE9AC}"/>
              </a:ext>
            </a:extLst>
          </p:cNvPr>
          <p:cNvSpPr>
            <a:spLocks noGrp="1"/>
          </p:cNvSpPr>
          <p:nvPr/>
        </p:nvSpPr>
        <p:spPr>
          <a:xfrm>
            <a:off x="2000250" y="2686050"/>
            <a:ext cx="5334000" cy="5905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6E7A74C-60AA-4FB8-B7FF-9174571FA0A8}"/>
              </a:ext>
            </a:extLst>
          </p:cNvPr>
          <p:cNvSpPr>
            <a:spLocks noGrp="1"/>
          </p:cNvSpPr>
          <p:nvPr/>
        </p:nvSpPr>
        <p:spPr>
          <a:xfrm>
            <a:off x="2057400" y="2724150"/>
            <a:ext cx="52197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브레이크 규칙을 적용받는 광물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AFFE3923-E79A-4399-ACCC-DA1A509CE393}"/>
              </a:ext>
            </a:extLst>
          </p:cNvPr>
          <p:cNvSpPr>
            <a:spLocks noGrp="1"/>
          </p:cNvSpPr>
          <p:nvPr/>
        </p:nvSpPr>
        <p:spPr>
          <a:xfrm>
            <a:off x="7334250" y="2686050"/>
            <a:ext cx="4476750" cy="5905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117E1B44-12DB-4EBE-B9A9-7BC32BB725FD}"/>
              </a:ext>
            </a:extLst>
          </p:cNvPr>
          <p:cNvSpPr>
            <a:spLocks noGrp="1"/>
          </p:cNvSpPr>
          <p:nvPr/>
        </p:nvSpPr>
        <p:spPr>
          <a:xfrm>
            <a:off x="7391400" y="2724150"/>
            <a:ext cx="43624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>
                <a:solidFill>
                  <a:srgbClr val="202020"/>
                </a:solidFill>
              </a:rPr>
              <a:t>광물 타입 enum으로 연출 및 규칙 적용 여부 결정</a:t>
            </a:r>
          </a:p>
        </p:txBody>
      </p:sp>
    </p:spTree>
    <p:extLst>
      <p:ext uri="{BB962C8B-B14F-4D97-AF65-F5344CB8AC3E}">
        <p14:creationId xmlns:p14="http://schemas.microsoft.com/office/powerpoint/2010/main" val="3931324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946A97D7-9997-47B9-8DEE-859FFE645D06}"/>
              </a:ext>
            </a:extLst>
          </p:cNvPr>
          <p:cNvSpPr>
            <a:spLocks noGrp="1"/>
          </p:cNvSpPr>
          <p:nvPr/>
        </p:nvSpPr>
        <p:spPr>
          <a:xfrm>
            <a:off x="95250" y="114300"/>
            <a:ext cx="85725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buNone/>
              <a:defRPr sz="2250" b="1">
                <a:solidFill>
                  <a:srgbClr val="1E2D4A"/>
                </a:solidFill>
              </a:defRPr>
            </a:pPr>
            <a:r>
              <a:rPr sz="2250" b="1">
                <a:solidFill>
                  <a:srgbClr val="1E2D4A"/>
                </a:solidFill>
              </a:rPr>
              <a:t>3. 플레이 경험 및 개선 방향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636A3FC-22E3-4876-9C55-2638DA31BA12}"/>
              </a:ext>
            </a:extLst>
          </p:cNvPr>
          <p:cNvSpPr>
            <a:spLocks noGrp="1"/>
          </p:cNvSpPr>
          <p:nvPr/>
        </p:nvSpPr>
        <p:spPr>
          <a:xfrm>
            <a:off x="0" y="590550"/>
            <a:ext cx="12192000" cy="19050"/>
          </a:xfrm>
          <a:prstGeom prst="rect">
            <a:avLst/>
          </a:prstGeom>
          <a:solidFill>
            <a:srgbClr val="9EA5AE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2E76F12-75CC-464B-85E5-C945114FEF7E}"/>
              </a:ext>
            </a:extLst>
          </p:cNvPr>
          <p:cNvSpPr>
            <a:spLocks noGrp="1"/>
          </p:cNvSpPr>
          <p:nvPr/>
        </p:nvSpPr>
        <p:spPr>
          <a:xfrm>
            <a:off x="95250" y="800100"/>
            <a:ext cx="1123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buNone/>
              <a:defRPr sz="1350" b="1">
                <a:solidFill>
                  <a:srgbClr val="202020"/>
                </a:solidFill>
              </a:defRPr>
            </a:pPr>
            <a:r>
              <a:rPr sz="1200" b="1">
                <a:solidFill>
                  <a:srgbClr val="202020"/>
                </a:solidFill>
              </a:rPr>
              <a:t>3.1. 플레이 경험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AD66BB2-24E3-4D19-9C79-81722143ECC5}"/>
              </a:ext>
            </a:extLst>
          </p:cNvPr>
          <p:cNvSpPr>
            <a:spLocks noGrp="1"/>
          </p:cNvSpPr>
          <p:nvPr/>
        </p:nvSpPr>
        <p:spPr>
          <a:xfrm>
            <a:off x="95250" y="1476375"/>
            <a:ext cx="1524000" cy="45720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6C8D893-663C-43BE-BA0F-5440BD26FEC5}"/>
              </a:ext>
            </a:extLst>
          </p:cNvPr>
          <p:cNvSpPr>
            <a:spLocks noGrp="1"/>
          </p:cNvSpPr>
          <p:nvPr/>
        </p:nvSpPr>
        <p:spPr>
          <a:xfrm>
            <a:off x="152400" y="1514475"/>
            <a:ext cx="1409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구분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E8DF122-B47A-419D-950C-0DBE13156C5D}"/>
              </a:ext>
            </a:extLst>
          </p:cNvPr>
          <p:cNvSpPr>
            <a:spLocks noGrp="1"/>
          </p:cNvSpPr>
          <p:nvPr/>
        </p:nvSpPr>
        <p:spPr>
          <a:xfrm>
            <a:off x="1619250" y="1476375"/>
            <a:ext cx="4286250" cy="45720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3447D16-4757-457F-941A-79E1C0D48C66}"/>
              </a:ext>
            </a:extLst>
          </p:cNvPr>
          <p:cNvSpPr>
            <a:spLocks noGrp="1"/>
          </p:cNvSpPr>
          <p:nvPr/>
        </p:nvSpPr>
        <p:spPr>
          <a:xfrm>
            <a:off x="1676400" y="1514475"/>
            <a:ext cx="41719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플레이 경험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FB7437C-ADC6-4DE7-8C2D-FA36754C4552}"/>
              </a:ext>
            </a:extLst>
          </p:cNvPr>
          <p:cNvSpPr>
            <a:spLocks noGrp="1"/>
          </p:cNvSpPr>
          <p:nvPr/>
        </p:nvSpPr>
        <p:spPr>
          <a:xfrm>
            <a:off x="5905500" y="1476375"/>
            <a:ext cx="5810250" cy="45720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6F0D652-45BA-46E8-ABC4-1C30012115C8}"/>
              </a:ext>
            </a:extLst>
          </p:cNvPr>
          <p:cNvSpPr>
            <a:spLocks noGrp="1"/>
          </p:cNvSpPr>
          <p:nvPr/>
        </p:nvSpPr>
        <p:spPr>
          <a:xfrm>
            <a:off x="5962650" y="1514475"/>
            <a:ext cx="56959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기획 해석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E74E6F6-C073-4D11-8A59-443C3699A446}"/>
              </a:ext>
            </a:extLst>
          </p:cNvPr>
          <p:cNvSpPr>
            <a:spLocks noGrp="1"/>
          </p:cNvSpPr>
          <p:nvPr/>
        </p:nvSpPr>
        <p:spPr>
          <a:xfrm>
            <a:off x="95250" y="1933575"/>
            <a:ext cx="152400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FF3A05D-80EC-4FDD-BDE7-598247CC414D}"/>
              </a:ext>
            </a:extLst>
          </p:cNvPr>
          <p:cNvSpPr>
            <a:spLocks noGrp="1"/>
          </p:cNvSpPr>
          <p:nvPr/>
        </p:nvSpPr>
        <p:spPr>
          <a:xfrm>
            <a:off x="152400" y="1971675"/>
            <a:ext cx="1409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소형 광물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D72E069-DA5B-410B-91C8-B2717207792C}"/>
              </a:ext>
            </a:extLst>
          </p:cNvPr>
          <p:cNvSpPr>
            <a:spLocks noGrp="1"/>
          </p:cNvSpPr>
          <p:nvPr/>
        </p:nvSpPr>
        <p:spPr>
          <a:xfrm>
            <a:off x="1619250" y="1933575"/>
            <a:ext cx="428625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92A61A8-9B77-40B2-AA73-450013E11FAF}"/>
              </a:ext>
            </a:extLst>
          </p:cNvPr>
          <p:cNvSpPr>
            <a:spLocks noGrp="1"/>
          </p:cNvSpPr>
          <p:nvPr/>
        </p:nvSpPr>
        <p:spPr>
          <a:xfrm>
            <a:off x="1676400" y="1971675"/>
            <a:ext cx="41719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이동-타격-수집 주기가 짧음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48F9A9F-A8C1-436D-AAE5-B1D7E6D6CFBF}"/>
              </a:ext>
            </a:extLst>
          </p:cNvPr>
          <p:cNvSpPr>
            <a:spLocks noGrp="1"/>
          </p:cNvSpPr>
          <p:nvPr/>
        </p:nvSpPr>
        <p:spPr>
          <a:xfrm>
            <a:off x="5905500" y="1933575"/>
            <a:ext cx="581025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00D9CD5-B22E-4497-863B-01B666844B4D}"/>
              </a:ext>
            </a:extLst>
          </p:cNvPr>
          <p:cNvSpPr>
            <a:spLocks noGrp="1"/>
          </p:cNvSpPr>
          <p:nvPr/>
        </p:nvSpPr>
        <p:spPr>
          <a:xfrm>
            <a:off x="5962650" y="1971675"/>
            <a:ext cx="56959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짧은 반복으로 플레이 리듬이 빠르게 유지됨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DA1FA5A-EF63-45D7-B7A1-FBF8F78EA6C8}"/>
              </a:ext>
            </a:extLst>
          </p:cNvPr>
          <p:cNvSpPr>
            <a:spLocks noGrp="1"/>
          </p:cNvSpPr>
          <p:nvPr/>
        </p:nvSpPr>
        <p:spPr>
          <a:xfrm>
            <a:off x="95250" y="2390775"/>
            <a:ext cx="1524000" cy="45720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FC653F4-7D09-43B3-8CD0-335883697863}"/>
              </a:ext>
            </a:extLst>
          </p:cNvPr>
          <p:cNvSpPr>
            <a:spLocks noGrp="1"/>
          </p:cNvSpPr>
          <p:nvPr/>
        </p:nvSpPr>
        <p:spPr>
          <a:xfrm>
            <a:off x="152400" y="2428875"/>
            <a:ext cx="1409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>
                <a:solidFill>
                  <a:srgbClr val="202020"/>
                </a:solidFill>
              </a:rPr>
              <a:t>특수</a:t>
            </a:r>
            <a:r>
              <a:rPr sz="1000" b="0">
                <a:solidFill>
                  <a:srgbClr val="202020"/>
                </a:solidFill>
              </a:rPr>
              <a:t> 광물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A27F1C5-73F5-4E5D-976D-AD4EA70CB633}"/>
              </a:ext>
            </a:extLst>
          </p:cNvPr>
          <p:cNvSpPr>
            <a:spLocks noGrp="1"/>
          </p:cNvSpPr>
          <p:nvPr/>
        </p:nvSpPr>
        <p:spPr>
          <a:xfrm>
            <a:off x="1619250" y="2390775"/>
            <a:ext cx="4286250" cy="45720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F3757F1-32DB-445B-91D8-5A5F3D805647}"/>
              </a:ext>
            </a:extLst>
          </p:cNvPr>
          <p:cNvSpPr>
            <a:spLocks noGrp="1"/>
          </p:cNvSpPr>
          <p:nvPr/>
        </p:nvSpPr>
        <p:spPr>
          <a:xfrm>
            <a:off x="1676400" y="2428875"/>
            <a:ext cx="41719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 dirty="0" err="1">
                <a:solidFill>
                  <a:srgbClr val="202020"/>
                </a:solidFill>
              </a:rPr>
              <a:t>젤리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광물</a:t>
            </a:r>
            <a:r>
              <a:rPr sz="1000" b="0" dirty="0">
                <a:solidFill>
                  <a:srgbClr val="202020"/>
                </a:solidFill>
              </a:rPr>
              <a:t>, </a:t>
            </a:r>
            <a:r>
              <a:rPr sz="1000" b="0" dirty="0" err="1">
                <a:solidFill>
                  <a:srgbClr val="202020"/>
                </a:solidFill>
              </a:rPr>
              <a:t>화염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광물</a:t>
            </a:r>
            <a:r>
              <a:rPr sz="1000" b="0" dirty="0">
                <a:solidFill>
                  <a:srgbClr val="202020"/>
                </a:solidFill>
              </a:rPr>
              <a:t>, </a:t>
            </a:r>
            <a:r>
              <a:rPr sz="1000" b="0" dirty="0" err="1">
                <a:solidFill>
                  <a:srgbClr val="202020"/>
                </a:solidFill>
              </a:rPr>
              <a:t>얼음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광물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해당</a:t>
            </a:r>
            <a:endParaRPr sz="1000" b="0" dirty="0">
              <a:solidFill>
                <a:srgbClr val="202020"/>
              </a:solidFill>
            </a:endParaRPr>
          </a:p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dirty="0" err="1">
                <a:solidFill>
                  <a:srgbClr val="202020"/>
                </a:solidFill>
              </a:rPr>
              <a:t>광물의</a:t>
            </a:r>
            <a:r>
              <a:rPr sz="1000" dirty="0">
                <a:solidFill>
                  <a:srgbClr val="202020"/>
                </a:solidFill>
              </a:rPr>
              <a:t> </a:t>
            </a:r>
            <a:r>
              <a:rPr sz="1000" dirty="0" err="1">
                <a:solidFill>
                  <a:srgbClr val="202020"/>
                </a:solidFill>
              </a:rPr>
              <a:t>특수성으로</a:t>
            </a:r>
            <a:r>
              <a:rPr sz="1000" dirty="0">
                <a:solidFill>
                  <a:srgbClr val="202020"/>
                </a:solidFill>
              </a:rPr>
              <a:t> </a:t>
            </a:r>
            <a:r>
              <a:rPr sz="1000" dirty="0" err="1">
                <a:solidFill>
                  <a:srgbClr val="202020"/>
                </a:solidFill>
              </a:rPr>
              <a:t>인한</a:t>
            </a:r>
            <a:r>
              <a:rPr sz="1000" dirty="0">
                <a:solidFill>
                  <a:srgbClr val="202020"/>
                </a:solidFill>
              </a:rPr>
              <a:t> </a:t>
            </a:r>
            <a:r>
              <a:rPr lang="ko-KR" altLang="en-US" sz="1000" dirty="0">
                <a:solidFill>
                  <a:srgbClr val="202020"/>
                </a:solidFill>
              </a:rPr>
              <a:t>조작 </a:t>
            </a:r>
            <a:r>
              <a:rPr sz="1000" dirty="0" err="1">
                <a:solidFill>
                  <a:srgbClr val="202020"/>
                </a:solidFill>
              </a:rPr>
              <a:t>경험</a:t>
            </a:r>
            <a:r>
              <a:rPr sz="1000" dirty="0">
                <a:solidFill>
                  <a:srgbClr val="202020"/>
                </a:solidFill>
              </a:rPr>
              <a:t> </a:t>
            </a:r>
            <a:r>
              <a:rPr sz="1000" dirty="0" err="1">
                <a:solidFill>
                  <a:srgbClr val="202020"/>
                </a:solidFill>
              </a:rPr>
              <a:t>제공</a:t>
            </a:r>
            <a:endParaRPr sz="1000" dirty="0">
              <a:solidFill>
                <a:srgbClr val="202020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7B03F64-0816-42B5-875C-47E8ED5AF429}"/>
              </a:ext>
            </a:extLst>
          </p:cNvPr>
          <p:cNvSpPr>
            <a:spLocks noGrp="1"/>
          </p:cNvSpPr>
          <p:nvPr/>
        </p:nvSpPr>
        <p:spPr>
          <a:xfrm>
            <a:off x="5905500" y="2390775"/>
            <a:ext cx="5810250" cy="45720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B9FAD32-AC64-4867-A015-FB25252D5D6D}"/>
              </a:ext>
            </a:extLst>
          </p:cNvPr>
          <p:cNvSpPr>
            <a:spLocks noGrp="1"/>
          </p:cNvSpPr>
          <p:nvPr/>
        </p:nvSpPr>
        <p:spPr>
          <a:xfrm>
            <a:off x="5962650" y="2428875"/>
            <a:ext cx="56959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endParaRPr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8B4E727-9A67-42A8-A8CE-274EA6FE2D2B}"/>
              </a:ext>
            </a:extLst>
          </p:cNvPr>
          <p:cNvSpPr>
            <a:spLocks noGrp="1"/>
          </p:cNvSpPr>
          <p:nvPr/>
        </p:nvSpPr>
        <p:spPr>
          <a:xfrm>
            <a:off x="95250" y="3943350"/>
            <a:ext cx="1123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buNone/>
              <a:defRPr sz="1350" b="1">
                <a:solidFill>
                  <a:srgbClr val="202020"/>
                </a:solidFill>
              </a:defRPr>
            </a:pPr>
            <a:r>
              <a:rPr sz="1200" b="1">
                <a:solidFill>
                  <a:srgbClr val="202020"/>
                </a:solidFill>
              </a:rPr>
              <a:t>3.2. 개선 방향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2B397918-82DE-4556-AA15-70C90B47A37E}"/>
              </a:ext>
            </a:extLst>
          </p:cNvPr>
          <p:cNvSpPr>
            <a:spLocks noGrp="1"/>
          </p:cNvSpPr>
          <p:nvPr/>
        </p:nvSpPr>
        <p:spPr>
          <a:xfrm>
            <a:off x="95250" y="4305300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1275" b="0">
                <a:solidFill>
                  <a:srgbClr val="202020"/>
                </a:solidFill>
              </a:defRPr>
            </a:pPr>
            <a:r>
              <a:rPr sz="1200" b="0">
                <a:solidFill>
                  <a:srgbClr val="202020"/>
                </a:solidFill>
              </a:rPr>
              <a:t>- </a:t>
            </a:r>
            <a:r>
              <a:rPr sz="1200">
                <a:solidFill>
                  <a:srgbClr val="202020"/>
                </a:solidFill>
              </a:rPr>
              <a:t>대형 광물은 </a:t>
            </a:r>
            <a:r>
              <a:rPr sz="1200" b="0">
                <a:solidFill>
                  <a:srgbClr val="202020"/>
                </a:solidFill>
              </a:rPr>
              <a:t>높은 보상을 제공하</a:t>
            </a:r>
            <a:r>
              <a:rPr sz="1200">
                <a:solidFill>
                  <a:srgbClr val="202020"/>
                </a:solidFill>
              </a:rPr>
              <a:t>지만 HP가 높아 긴 채굴 시간이 필요한</a:t>
            </a:r>
            <a:r>
              <a:rPr sz="1200" b="0">
                <a:solidFill>
                  <a:srgbClr val="202020"/>
                </a:solidFill>
              </a:rPr>
              <a:t> 대상이다.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EC6EED5-D6CE-4C0B-B428-A70C85600A60}"/>
              </a:ext>
            </a:extLst>
          </p:cNvPr>
          <p:cNvSpPr>
            <a:spLocks noGrp="1"/>
          </p:cNvSpPr>
          <p:nvPr/>
        </p:nvSpPr>
        <p:spPr>
          <a:xfrm>
            <a:off x="95250" y="4581525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r>
              <a:rPr sz="1200" dirty="0"/>
              <a:t>- </a:t>
            </a:r>
            <a:r>
              <a:rPr sz="1200" dirty="0" err="1"/>
              <a:t>상대적으로</a:t>
            </a:r>
            <a:r>
              <a:rPr sz="1200" dirty="0"/>
              <a:t> 긴 </a:t>
            </a:r>
            <a:r>
              <a:rPr sz="1200" dirty="0" err="1"/>
              <a:t>채굴</a:t>
            </a:r>
            <a:r>
              <a:rPr sz="1200" dirty="0"/>
              <a:t> </a:t>
            </a:r>
            <a:r>
              <a:rPr sz="1200" dirty="0" err="1"/>
              <a:t>구간</a:t>
            </a:r>
            <a:r>
              <a:rPr lang="ko-KR" altLang="en-US" sz="1200" dirty="0"/>
              <a:t>은</a:t>
            </a:r>
            <a:r>
              <a:rPr sz="1200" dirty="0"/>
              <a:t> </a:t>
            </a:r>
            <a:r>
              <a:rPr sz="1200" dirty="0" err="1"/>
              <a:t>브레이크</a:t>
            </a:r>
            <a:r>
              <a:rPr sz="1200" dirty="0"/>
              <a:t> </a:t>
            </a:r>
            <a:r>
              <a:rPr sz="1200" dirty="0" err="1"/>
              <a:t>시스템을</a:t>
            </a:r>
            <a:r>
              <a:rPr sz="1200" dirty="0"/>
              <a:t> </a:t>
            </a:r>
            <a:r>
              <a:rPr sz="1200" dirty="0" err="1"/>
              <a:t>통해</a:t>
            </a:r>
            <a:r>
              <a:rPr sz="1200" dirty="0"/>
              <a:t> </a:t>
            </a:r>
            <a:r>
              <a:rPr sz="1200" dirty="0" err="1"/>
              <a:t>공략</a:t>
            </a:r>
            <a:r>
              <a:rPr sz="1200" dirty="0"/>
              <a:t> </a:t>
            </a:r>
            <a:r>
              <a:rPr sz="1200" dirty="0" err="1"/>
              <a:t>단계로</a:t>
            </a:r>
            <a:r>
              <a:rPr sz="1200" dirty="0"/>
              <a:t> </a:t>
            </a:r>
            <a:r>
              <a:rPr sz="1200" dirty="0" err="1"/>
              <a:t>분리하고</a:t>
            </a:r>
            <a:r>
              <a:rPr sz="1200" dirty="0"/>
              <a:t>, </a:t>
            </a:r>
            <a:r>
              <a:rPr sz="1200" dirty="0" err="1"/>
              <a:t>반복</a:t>
            </a:r>
            <a:r>
              <a:rPr sz="1200" dirty="0"/>
              <a:t> </a:t>
            </a:r>
            <a:r>
              <a:rPr sz="1200" dirty="0" err="1"/>
              <a:t>체감을</a:t>
            </a:r>
            <a:r>
              <a:rPr sz="1200" dirty="0"/>
              <a:t> </a:t>
            </a:r>
            <a:r>
              <a:rPr sz="1200" dirty="0" err="1"/>
              <a:t>완화한다</a:t>
            </a:r>
            <a:r>
              <a:rPr sz="1200" dirty="0"/>
              <a:t>.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FA586D93-2848-2492-4C2F-ED5339E5FC28}"/>
              </a:ext>
            </a:extLst>
          </p:cNvPr>
          <p:cNvSpPr>
            <a:spLocks noGrp="1"/>
          </p:cNvSpPr>
          <p:nvPr/>
        </p:nvSpPr>
        <p:spPr>
          <a:xfrm>
            <a:off x="95249" y="1066800"/>
            <a:ext cx="7820025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r>
              <a:rPr sz="1200"/>
              <a:t>- 광물의 HP와 특수성에 따라 플레이 경험 차이가 발생한다.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08CDC577-37DA-49E0-9D30-4DBED552C8FE}"/>
              </a:ext>
            </a:extLst>
          </p:cNvPr>
          <p:cNvSpPr>
            <a:spLocks noGrp="1"/>
          </p:cNvSpPr>
          <p:nvPr/>
        </p:nvSpPr>
        <p:spPr>
          <a:xfrm>
            <a:off x="95250" y="2847975"/>
            <a:ext cx="1524000" cy="45720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C994726A-62A6-CC94-B67C-0F628E3B3654}"/>
              </a:ext>
            </a:extLst>
          </p:cNvPr>
          <p:cNvSpPr>
            <a:spLocks noGrp="1"/>
          </p:cNvSpPr>
          <p:nvPr/>
        </p:nvSpPr>
        <p:spPr>
          <a:xfrm>
            <a:off x="152400" y="2886075"/>
            <a:ext cx="1409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대형 광물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5DDDD37C-E81E-F53F-0D08-86E74271B41F}"/>
              </a:ext>
            </a:extLst>
          </p:cNvPr>
          <p:cNvSpPr>
            <a:spLocks noGrp="1"/>
          </p:cNvSpPr>
          <p:nvPr/>
        </p:nvSpPr>
        <p:spPr>
          <a:xfrm>
            <a:off x="1619250" y="2847975"/>
            <a:ext cx="4286250" cy="45720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F6480740-165C-5915-594A-6E2CA24E20F5}"/>
              </a:ext>
            </a:extLst>
          </p:cNvPr>
          <p:cNvSpPr>
            <a:spLocks noGrp="1"/>
          </p:cNvSpPr>
          <p:nvPr/>
        </p:nvSpPr>
        <p:spPr>
          <a:xfrm>
            <a:off x="1676400" y="2886075"/>
            <a:ext cx="41719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HP가 높고 크기가 거대해서 공략 대상으로 인지됨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B06ED444-E21B-AA0A-F357-4B0272DA53AA}"/>
              </a:ext>
            </a:extLst>
          </p:cNvPr>
          <p:cNvSpPr>
            <a:spLocks noGrp="1"/>
          </p:cNvSpPr>
          <p:nvPr/>
        </p:nvSpPr>
        <p:spPr>
          <a:xfrm>
            <a:off x="5905500" y="2847975"/>
            <a:ext cx="5810250" cy="45720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191E6732-B2AA-044D-9894-008026314B75}"/>
              </a:ext>
            </a:extLst>
          </p:cNvPr>
          <p:cNvSpPr>
            <a:spLocks noGrp="1"/>
          </p:cNvSpPr>
          <p:nvPr/>
        </p:nvSpPr>
        <p:spPr>
          <a:xfrm>
            <a:off x="5962650" y="2886075"/>
            <a:ext cx="56959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목표에 대한 인지와 확실한 보상에 대한 기대감 발생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CD0E559A-C22E-CA4B-4BD2-FAEC7F2DAF93}"/>
              </a:ext>
            </a:extLst>
          </p:cNvPr>
          <p:cNvSpPr>
            <a:spLocks noGrp="1"/>
          </p:cNvSpPr>
          <p:nvPr/>
        </p:nvSpPr>
        <p:spPr>
          <a:xfrm>
            <a:off x="5962650" y="2428875"/>
            <a:ext cx="56959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화염 피해, </a:t>
            </a:r>
            <a:r>
              <a:rPr sz="1000">
                <a:solidFill>
                  <a:srgbClr val="202020"/>
                </a:solidFill>
              </a:rPr>
              <a:t>빙결 상태 등으로 변칙을 줘서 다양한 경험을 줌</a:t>
            </a:r>
          </a:p>
        </p:txBody>
      </p:sp>
    </p:spTree>
    <p:extLst>
      <p:ext uri="{BB962C8B-B14F-4D97-AF65-F5344CB8AC3E}">
        <p14:creationId xmlns:p14="http://schemas.microsoft.com/office/powerpoint/2010/main" val="19144506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3955EC9-AFCE-4850-86FE-46AC3A9C3CFE}"/>
              </a:ext>
            </a:extLst>
          </p:cNvPr>
          <p:cNvSpPr>
            <a:spLocks noGrp="1"/>
          </p:cNvSpPr>
          <p:nvPr/>
        </p:nvSpPr>
        <p:spPr>
          <a:xfrm>
            <a:off x="95250" y="114300"/>
            <a:ext cx="85725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buNone/>
              <a:defRPr sz="2250" b="1">
                <a:solidFill>
                  <a:srgbClr val="1E2D4A"/>
                </a:solidFill>
              </a:defRPr>
            </a:pPr>
            <a:r>
              <a:rPr sz="2250" b="1">
                <a:solidFill>
                  <a:srgbClr val="1E2D4A"/>
                </a:solidFill>
              </a:rPr>
              <a:t>4. 브레이크 시스템 기본 플로우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F2D884F-74B1-4153-AEAC-44E2B4117BD5}"/>
              </a:ext>
            </a:extLst>
          </p:cNvPr>
          <p:cNvSpPr>
            <a:spLocks noGrp="1"/>
          </p:cNvSpPr>
          <p:nvPr/>
        </p:nvSpPr>
        <p:spPr>
          <a:xfrm>
            <a:off x="0" y="590550"/>
            <a:ext cx="12192000" cy="19050"/>
          </a:xfrm>
          <a:prstGeom prst="rect">
            <a:avLst/>
          </a:prstGeom>
          <a:solidFill>
            <a:srgbClr val="9EA5AE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E8D29A6-9AB3-4744-AD90-CC42D52E255B}"/>
              </a:ext>
            </a:extLst>
          </p:cNvPr>
          <p:cNvSpPr>
            <a:spLocks noGrp="1"/>
          </p:cNvSpPr>
          <p:nvPr/>
        </p:nvSpPr>
        <p:spPr>
          <a:xfrm>
            <a:off x="95250" y="990600"/>
            <a:ext cx="177800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E5A4204-507D-4081-8A3F-CED4DBDB43EC}"/>
              </a:ext>
            </a:extLst>
          </p:cNvPr>
          <p:cNvSpPr>
            <a:spLocks noGrp="1"/>
          </p:cNvSpPr>
          <p:nvPr/>
        </p:nvSpPr>
        <p:spPr>
          <a:xfrm>
            <a:off x="152400" y="1200150"/>
            <a:ext cx="1663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buNone/>
              <a:defRPr sz="1125" b="1">
                <a:solidFill>
                  <a:srgbClr val="202020"/>
                </a:solidFill>
              </a:defRPr>
            </a:pPr>
            <a:r>
              <a:rPr sz="1100" b="1">
                <a:solidFill>
                  <a:srgbClr val="202020"/>
                </a:solidFill>
              </a:rPr>
              <a:t>대형 광물 타격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F974882-E441-4CB8-939F-7DC1779A545A}"/>
              </a:ext>
            </a:extLst>
          </p:cNvPr>
          <p:cNvSpPr>
            <a:spLocks noGrp="1"/>
          </p:cNvSpPr>
          <p:nvPr/>
        </p:nvSpPr>
        <p:spPr>
          <a:xfrm>
            <a:off x="1892300" y="1190625"/>
            <a:ext cx="171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buNone/>
              <a:defRPr sz="1500" b="1">
                <a:solidFill>
                  <a:srgbClr val="202020"/>
                </a:solidFill>
              </a:defRPr>
            </a:pPr>
            <a:r>
              <a:rPr sz="1100" b="1">
                <a:solidFill>
                  <a:srgbClr val="202020"/>
                </a:solidFill>
              </a:rPr>
              <a:t>&gt;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4896ECE-C9D1-48BC-A15F-E7158FC1D1D4}"/>
              </a:ext>
            </a:extLst>
          </p:cNvPr>
          <p:cNvSpPr>
            <a:spLocks noGrp="1"/>
          </p:cNvSpPr>
          <p:nvPr/>
        </p:nvSpPr>
        <p:spPr>
          <a:xfrm>
            <a:off x="2044700" y="990600"/>
            <a:ext cx="1778000" cy="666750"/>
          </a:xfrm>
          <a:prstGeom prst="rect">
            <a:avLst/>
          </a:prstGeom>
          <a:solidFill>
            <a:srgbClr val="D9EAF7"/>
          </a:solidFill>
          <a:ln w="9525">
            <a:solidFill>
              <a:srgbClr val="33333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E3811FD-FE05-4E8C-92AF-56CEF26F4AF1}"/>
              </a:ext>
            </a:extLst>
          </p:cNvPr>
          <p:cNvSpPr>
            <a:spLocks noGrp="1"/>
          </p:cNvSpPr>
          <p:nvPr/>
        </p:nvSpPr>
        <p:spPr>
          <a:xfrm>
            <a:off x="2101850" y="1200150"/>
            <a:ext cx="1663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buNone/>
              <a:defRPr sz="1125" b="1">
                <a:solidFill>
                  <a:srgbClr val="202020"/>
                </a:solidFill>
              </a:defRPr>
            </a:pPr>
            <a:r>
              <a:rPr sz="1100" b="1" dirty="0" err="1">
                <a:solidFill>
                  <a:srgbClr val="202020"/>
                </a:solidFill>
              </a:rPr>
              <a:t>약점</a:t>
            </a:r>
            <a:r>
              <a:rPr sz="1100" b="1" dirty="0">
                <a:solidFill>
                  <a:srgbClr val="202020"/>
                </a:solidFill>
              </a:rPr>
              <a:t> </a:t>
            </a:r>
            <a:r>
              <a:rPr lang="ko-KR" altLang="en-US" sz="1100" b="1" dirty="0">
                <a:solidFill>
                  <a:srgbClr val="202020"/>
                </a:solidFill>
              </a:rPr>
              <a:t>공략</a:t>
            </a:r>
            <a:endParaRPr sz="1100" b="1" dirty="0">
              <a:solidFill>
                <a:srgbClr val="202020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8B457C9-2BD0-4536-B416-3B7CE216EFC5}"/>
              </a:ext>
            </a:extLst>
          </p:cNvPr>
          <p:cNvSpPr>
            <a:spLocks noGrp="1"/>
          </p:cNvSpPr>
          <p:nvPr/>
        </p:nvSpPr>
        <p:spPr>
          <a:xfrm>
            <a:off x="3841750" y="1190625"/>
            <a:ext cx="171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buNone/>
              <a:defRPr sz="1500" b="1">
                <a:solidFill>
                  <a:srgbClr val="202020"/>
                </a:solidFill>
              </a:defRPr>
            </a:pPr>
            <a:r>
              <a:rPr sz="1100" b="1">
                <a:solidFill>
                  <a:srgbClr val="202020"/>
                </a:solidFill>
              </a:rPr>
              <a:t>&gt;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BCAEA74-A5D4-4E09-9635-D19FC0B07ACC}"/>
              </a:ext>
            </a:extLst>
          </p:cNvPr>
          <p:cNvSpPr>
            <a:spLocks noGrp="1"/>
          </p:cNvSpPr>
          <p:nvPr/>
        </p:nvSpPr>
        <p:spPr>
          <a:xfrm>
            <a:off x="3994150" y="990600"/>
            <a:ext cx="177800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8AD8E52-5DBA-4465-80D2-389A8D5FA03E}"/>
              </a:ext>
            </a:extLst>
          </p:cNvPr>
          <p:cNvSpPr>
            <a:spLocks noGrp="1"/>
          </p:cNvSpPr>
          <p:nvPr/>
        </p:nvSpPr>
        <p:spPr>
          <a:xfrm>
            <a:off x="4051300" y="1200150"/>
            <a:ext cx="1663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buNone/>
              <a:defRPr sz="1125" b="1">
                <a:solidFill>
                  <a:srgbClr val="202020"/>
                </a:solidFill>
              </a:defRPr>
            </a:pPr>
            <a:r>
              <a:rPr sz="1100" b="1">
                <a:solidFill>
                  <a:srgbClr val="202020"/>
                </a:solidFill>
              </a:rPr>
              <a:t>브레이크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F8D46D6-399C-4D2F-8584-B9204E04DD02}"/>
              </a:ext>
            </a:extLst>
          </p:cNvPr>
          <p:cNvSpPr>
            <a:spLocks noGrp="1"/>
          </p:cNvSpPr>
          <p:nvPr/>
        </p:nvSpPr>
        <p:spPr>
          <a:xfrm>
            <a:off x="5791200" y="1190625"/>
            <a:ext cx="171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buNone/>
              <a:defRPr sz="1500" b="1">
                <a:solidFill>
                  <a:srgbClr val="202020"/>
                </a:solidFill>
              </a:defRPr>
            </a:pPr>
            <a:r>
              <a:rPr sz="1100" b="1">
                <a:solidFill>
                  <a:srgbClr val="202020"/>
                </a:solidFill>
              </a:rPr>
              <a:t>&gt;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12A5CB0-9FA4-4132-A7A0-33222A73165A}"/>
              </a:ext>
            </a:extLst>
          </p:cNvPr>
          <p:cNvSpPr>
            <a:spLocks noGrp="1"/>
          </p:cNvSpPr>
          <p:nvPr/>
        </p:nvSpPr>
        <p:spPr>
          <a:xfrm>
            <a:off x="5943600" y="990600"/>
            <a:ext cx="1778000" cy="666750"/>
          </a:xfrm>
          <a:prstGeom prst="rect">
            <a:avLst/>
          </a:prstGeom>
          <a:solidFill>
            <a:srgbClr val="D9EAF7"/>
          </a:solidFill>
          <a:ln w="9525">
            <a:solidFill>
              <a:srgbClr val="33333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FFC8F07-5F49-4F38-A1CA-2768DCA776F1}"/>
              </a:ext>
            </a:extLst>
          </p:cNvPr>
          <p:cNvSpPr>
            <a:spLocks noGrp="1"/>
          </p:cNvSpPr>
          <p:nvPr/>
        </p:nvSpPr>
        <p:spPr>
          <a:xfrm>
            <a:off x="6000750" y="1200150"/>
            <a:ext cx="1663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buNone/>
              <a:defRPr sz="1125" b="1">
                <a:solidFill>
                  <a:srgbClr val="202020"/>
                </a:solidFill>
              </a:defRPr>
            </a:pPr>
            <a:r>
              <a:rPr sz="1100" b="1">
                <a:solidFill>
                  <a:srgbClr val="202020"/>
                </a:solidFill>
              </a:rPr>
              <a:t>일반 상태 복귀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762B67D-A58C-4BD7-A247-9B1A94BD82AA}"/>
              </a:ext>
            </a:extLst>
          </p:cNvPr>
          <p:cNvSpPr>
            <a:spLocks noGrp="1"/>
          </p:cNvSpPr>
          <p:nvPr/>
        </p:nvSpPr>
        <p:spPr>
          <a:xfrm>
            <a:off x="95250" y="4267200"/>
            <a:ext cx="1123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buNone/>
              <a:defRPr sz="1350" b="1">
                <a:solidFill>
                  <a:srgbClr val="202020"/>
                </a:solidFill>
              </a:defRPr>
            </a:pPr>
            <a:r>
              <a:rPr sz="1200" b="1">
                <a:solidFill>
                  <a:srgbClr val="202020"/>
                </a:solidFill>
              </a:rPr>
              <a:t>4.2. 적용 범위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D46AD17-4C68-4636-AC48-5DD5B5C32636}"/>
              </a:ext>
            </a:extLst>
          </p:cNvPr>
          <p:cNvSpPr>
            <a:spLocks noGrp="1"/>
          </p:cNvSpPr>
          <p:nvPr/>
        </p:nvSpPr>
        <p:spPr>
          <a:xfrm>
            <a:off x="95250" y="4610100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buNone/>
              <a:defRPr sz="1275" b="0">
                <a:solidFill>
                  <a:srgbClr val="202020"/>
                </a:solidFill>
              </a:defRPr>
            </a:pPr>
            <a:r>
              <a:rPr sz="1200" b="0" dirty="0">
                <a:solidFill>
                  <a:srgbClr val="202020"/>
                </a:solidFill>
              </a:rPr>
              <a:t>- </a:t>
            </a:r>
            <a:r>
              <a:rPr sz="1200" b="0" dirty="0" err="1">
                <a:solidFill>
                  <a:srgbClr val="202020"/>
                </a:solidFill>
              </a:rPr>
              <a:t>광물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데이터에서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브레이크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적용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대상을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제어한다</a:t>
            </a:r>
            <a:r>
              <a:rPr sz="1200" b="0" dirty="0">
                <a:solidFill>
                  <a:srgbClr val="202020"/>
                </a:solidFill>
              </a:rPr>
              <a:t>.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069797B-8EC7-4CAB-A272-95ADB28C32A4}"/>
              </a:ext>
            </a:extLst>
          </p:cNvPr>
          <p:cNvSpPr>
            <a:spLocks noGrp="1"/>
          </p:cNvSpPr>
          <p:nvPr/>
        </p:nvSpPr>
        <p:spPr>
          <a:xfrm>
            <a:off x="95250" y="4886325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buNone/>
              <a:defRPr sz="1275" b="0">
                <a:solidFill>
                  <a:srgbClr val="202020"/>
                </a:solidFill>
              </a:defRPr>
            </a:pPr>
            <a:r>
              <a:rPr sz="1200" b="0">
                <a:solidFill>
                  <a:srgbClr val="202020"/>
                </a:solidFill>
              </a:rPr>
              <a:t>- 브레이크 적용 대상이 아닌 광물은 기존 채굴 처리만 유지한다.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76C39D45-F7FB-A4C2-9FDC-ECB2DE10E074}"/>
              </a:ext>
            </a:extLst>
          </p:cNvPr>
          <p:cNvSpPr>
            <a:spLocks noGrp="1"/>
          </p:cNvSpPr>
          <p:nvPr/>
        </p:nvSpPr>
        <p:spPr>
          <a:xfrm>
            <a:off x="95250" y="2114550"/>
            <a:ext cx="1123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buNone/>
              <a:defRPr sz="1350" b="1">
                <a:solidFill>
                  <a:srgbClr val="202020"/>
                </a:solidFill>
              </a:defRPr>
            </a:pPr>
            <a:r>
              <a:rPr sz="1200" b="1">
                <a:solidFill>
                  <a:srgbClr val="202020"/>
                </a:solidFill>
              </a:rPr>
              <a:t>4.1. 기본 플로우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74EA727-3A9A-81C0-C2B6-02710899D3D1}"/>
              </a:ext>
            </a:extLst>
          </p:cNvPr>
          <p:cNvSpPr>
            <a:spLocks noGrp="1"/>
          </p:cNvSpPr>
          <p:nvPr/>
        </p:nvSpPr>
        <p:spPr>
          <a:xfrm>
            <a:off x="95250" y="2457450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buNone/>
              <a:defRPr sz="1275" b="0">
                <a:solidFill>
                  <a:srgbClr val="202020"/>
                </a:solidFill>
              </a:defRPr>
            </a:pPr>
            <a:r>
              <a:rPr sz="1200" b="0">
                <a:solidFill>
                  <a:srgbClr val="202020"/>
                </a:solidFill>
              </a:rPr>
              <a:t>1. 대형 광물을 일정 횟수 타격하면 약점이 등장한다.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B4F1578-FBDA-4E54-6574-845C214544A1}"/>
              </a:ext>
            </a:extLst>
          </p:cNvPr>
          <p:cNvSpPr>
            <a:spLocks noGrp="1"/>
          </p:cNvSpPr>
          <p:nvPr/>
        </p:nvSpPr>
        <p:spPr>
          <a:xfrm>
            <a:off x="95250" y="2743200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1275" b="0">
                <a:solidFill>
                  <a:srgbClr val="202020"/>
                </a:solidFill>
              </a:defRPr>
            </a:pPr>
            <a:r>
              <a:rPr sz="1200" b="0">
                <a:solidFill>
                  <a:srgbClr val="202020"/>
                </a:solidFill>
              </a:rPr>
              <a:t>2. 약점을 일정 횟수 타격하면 브레이크 상태에 진입한다.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CA758A90-9519-BD88-DD7C-D42FCFA719B2}"/>
              </a:ext>
            </a:extLst>
          </p:cNvPr>
          <p:cNvSpPr>
            <a:spLocks noGrp="1"/>
          </p:cNvSpPr>
          <p:nvPr/>
        </p:nvSpPr>
        <p:spPr>
          <a:xfrm>
            <a:off x="95250" y="3028950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1275" b="0">
                <a:solidFill>
                  <a:srgbClr val="202020"/>
                </a:solidFill>
              </a:defRPr>
            </a:pPr>
            <a:r>
              <a:rPr sz="1200" b="0" dirty="0">
                <a:solidFill>
                  <a:srgbClr val="202020"/>
                </a:solidFill>
              </a:rPr>
              <a:t>3. </a:t>
            </a:r>
            <a:r>
              <a:rPr sz="1200" b="0" dirty="0" err="1">
                <a:solidFill>
                  <a:srgbClr val="202020"/>
                </a:solidFill>
              </a:rPr>
              <a:t>약점은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숨겨지고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브레이크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상태</a:t>
            </a:r>
            <a:r>
              <a:rPr lang="en-US" sz="1200" b="0" dirty="0">
                <a:solidFill>
                  <a:srgbClr val="202020"/>
                </a:solidFill>
              </a:rPr>
              <a:t> </a:t>
            </a:r>
            <a:r>
              <a:rPr lang="ko-KR" altLang="en-US" sz="1200" b="0" dirty="0">
                <a:solidFill>
                  <a:srgbClr val="202020"/>
                </a:solidFill>
              </a:rPr>
              <a:t>동안 피해량이 증가한다</a:t>
            </a:r>
            <a:r>
              <a:rPr lang="en-US" altLang="ko-KR" sz="1200" b="0" dirty="0">
                <a:solidFill>
                  <a:srgbClr val="202020"/>
                </a:solidFill>
              </a:rPr>
              <a:t>.</a:t>
            </a:r>
            <a:endParaRPr sz="1200" b="0" dirty="0">
              <a:solidFill>
                <a:srgbClr val="202020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DF918A1-3D6F-D556-0A48-592B67B82C54}"/>
              </a:ext>
            </a:extLst>
          </p:cNvPr>
          <p:cNvSpPr>
            <a:spLocks noGrp="1"/>
          </p:cNvSpPr>
          <p:nvPr/>
        </p:nvSpPr>
        <p:spPr>
          <a:xfrm>
            <a:off x="95250" y="3314700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buNone/>
              <a:defRPr sz="1275" b="0">
                <a:solidFill>
                  <a:srgbClr val="202020"/>
                </a:solidFill>
              </a:defRPr>
            </a:pPr>
            <a:r>
              <a:rPr sz="1200" b="0">
                <a:solidFill>
                  <a:srgbClr val="202020"/>
                </a:solidFill>
              </a:rPr>
              <a:t>4. 브레이크 시간이 종료되면 일반 상태로 복귀한다.</a:t>
            </a:r>
          </a:p>
        </p:txBody>
      </p:sp>
    </p:spTree>
    <p:extLst>
      <p:ext uri="{BB962C8B-B14F-4D97-AF65-F5344CB8AC3E}">
        <p14:creationId xmlns:p14="http://schemas.microsoft.com/office/powerpoint/2010/main" val="5197219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EDF1B71-A9BF-45E7-ADBC-DA4499FC7917}"/>
              </a:ext>
            </a:extLst>
          </p:cNvPr>
          <p:cNvSpPr>
            <a:spLocks noGrp="1"/>
          </p:cNvSpPr>
          <p:nvPr/>
        </p:nvSpPr>
        <p:spPr>
          <a:xfrm>
            <a:off x="95250" y="114300"/>
            <a:ext cx="85725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buNone/>
              <a:defRPr sz="2250" b="1">
                <a:solidFill>
                  <a:srgbClr val="1E2D4A"/>
                </a:solidFill>
              </a:defRPr>
            </a:pPr>
            <a:r>
              <a:rPr sz="2250" b="1">
                <a:solidFill>
                  <a:srgbClr val="1E2D4A"/>
                </a:solidFill>
              </a:rPr>
              <a:t>5. 브레이크 시스템 상세 플로우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2B87362-784A-4A77-8BD6-9A50BFA1A716}"/>
              </a:ext>
            </a:extLst>
          </p:cNvPr>
          <p:cNvSpPr>
            <a:spLocks noGrp="1"/>
          </p:cNvSpPr>
          <p:nvPr/>
        </p:nvSpPr>
        <p:spPr>
          <a:xfrm>
            <a:off x="0" y="590550"/>
            <a:ext cx="12192000" cy="19050"/>
          </a:xfrm>
          <a:prstGeom prst="rect">
            <a:avLst/>
          </a:prstGeom>
          <a:solidFill>
            <a:srgbClr val="9EA5AE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824638C-CCE1-4D65-9D91-B1D470D91CFF}"/>
              </a:ext>
            </a:extLst>
          </p:cNvPr>
          <p:cNvSpPr>
            <a:spLocks noGrp="1"/>
          </p:cNvSpPr>
          <p:nvPr/>
        </p:nvSpPr>
        <p:spPr>
          <a:xfrm>
            <a:off x="285750" y="990600"/>
            <a:ext cx="1730375" cy="723900"/>
          </a:xfrm>
          <a:prstGeom prst="rect">
            <a:avLst/>
          </a:prstGeom>
          <a:solidFill>
            <a:srgbClr val="D9EAF7"/>
          </a:solidFill>
          <a:ln w="9525">
            <a:solidFill>
              <a:srgbClr val="33333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0E231BA-8139-4ADA-B4CB-CD7B22F897DD}"/>
              </a:ext>
            </a:extLst>
          </p:cNvPr>
          <p:cNvSpPr>
            <a:spLocks noGrp="1"/>
          </p:cNvSpPr>
          <p:nvPr/>
        </p:nvSpPr>
        <p:spPr>
          <a:xfrm>
            <a:off x="342900" y="1228725"/>
            <a:ext cx="161607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buNone/>
              <a:defRPr sz="1125" b="1">
                <a:solidFill>
                  <a:srgbClr val="202020"/>
                </a:solidFill>
              </a:defRPr>
            </a:pPr>
            <a:r>
              <a:rPr sz="1100" b="1">
                <a:solidFill>
                  <a:srgbClr val="202020"/>
                </a:solidFill>
              </a:rPr>
              <a:t>일반 타격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9E954B6-7058-4F21-AEFA-B7011FFB6420}"/>
              </a:ext>
            </a:extLst>
          </p:cNvPr>
          <p:cNvSpPr>
            <a:spLocks noGrp="1"/>
          </p:cNvSpPr>
          <p:nvPr/>
        </p:nvSpPr>
        <p:spPr>
          <a:xfrm>
            <a:off x="2035175" y="1219200"/>
            <a:ext cx="171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buNone/>
              <a:defRPr sz="1500" b="1">
                <a:solidFill>
                  <a:srgbClr val="202020"/>
                </a:solidFill>
              </a:defRPr>
            </a:pPr>
            <a:r>
              <a:rPr sz="1100" b="1">
                <a:solidFill>
                  <a:srgbClr val="202020"/>
                </a:solidFill>
              </a:rPr>
              <a:t>&gt;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923FF6E-F1E1-41CE-9C49-A23DB6DFE41F}"/>
              </a:ext>
            </a:extLst>
          </p:cNvPr>
          <p:cNvSpPr>
            <a:spLocks noGrp="1"/>
          </p:cNvSpPr>
          <p:nvPr/>
        </p:nvSpPr>
        <p:spPr>
          <a:xfrm>
            <a:off x="2187575" y="990600"/>
            <a:ext cx="1730375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B522287-A772-40B9-8006-3697A7BFEB0B}"/>
              </a:ext>
            </a:extLst>
          </p:cNvPr>
          <p:cNvSpPr>
            <a:spLocks noGrp="1"/>
          </p:cNvSpPr>
          <p:nvPr/>
        </p:nvSpPr>
        <p:spPr>
          <a:xfrm>
            <a:off x="2244725" y="1228725"/>
            <a:ext cx="161607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buNone/>
              <a:defRPr sz="1125" b="1">
                <a:solidFill>
                  <a:srgbClr val="202020"/>
                </a:solidFill>
              </a:defRPr>
            </a:pPr>
            <a:r>
              <a:rPr sz="1100" b="1">
                <a:solidFill>
                  <a:srgbClr val="202020"/>
                </a:solidFill>
              </a:rPr>
              <a:t>약점 노출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BE7D94E-24E7-43AD-9FC2-62AF3A3B6DD7}"/>
              </a:ext>
            </a:extLst>
          </p:cNvPr>
          <p:cNvSpPr>
            <a:spLocks noGrp="1"/>
          </p:cNvSpPr>
          <p:nvPr/>
        </p:nvSpPr>
        <p:spPr>
          <a:xfrm>
            <a:off x="3937000" y="1219200"/>
            <a:ext cx="171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buNone/>
              <a:defRPr sz="1500" b="1">
                <a:solidFill>
                  <a:srgbClr val="202020"/>
                </a:solidFill>
              </a:defRPr>
            </a:pPr>
            <a:r>
              <a:rPr sz="1100" b="1">
                <a:solidFill>
                  <a:srgbClr val="202020"/>
                </a:solidFill>
              </a:rPr>
              <a:t>&gt;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97443C5-7A95-4ADA-95D7-D0E469E001C7}"/>
              </a:ext>
            </a:extLst>
          </p:cNvPr>
          <p:cNvSpPr>
            <a:spLocks noGrp="1"/>
          </p:cNvSpPr>
          <p:nvPr/>
        </p:nvSpPr>
        <p:spPr>
          <a:xfrm>
            <a:off x="4089400" y="990600"/>
            <a:ext cx="1730375" cy="723900"/>
          </a:xfrm>
          <a:prstGeom prst="rect">
            <a:avLst/>
          </a:prstGeom>
          <a:solidFill>
            <a:srgbClr val="D9EAF7"/>
          </a:solidFill>
          <a:ln w="9525">
            <a:solidFill>
              <a:srgbClr val="33333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0F75B2D-12AE-49F0-A951-2D99F1475777}"/>
              </a:ext>
            </a:extLst>
          </p:cNvPr>
          <p:cNvSpPr>
            <a:spLocks noGrp="1"/>
          </p:cNvSpPr>
          <p:nvPr/>
        </p:nvSpPr>
        <p:spPr>
          <a:xfrm>
            <a:off x="4146550" y="1228725"/>
            <a:ext cx="161607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buNone/>
              <a:defRPr sz="1125" b="1">
                <a:solidFill>
                  <a:srgbClr val="202020"/>
                </a:solidFill>
              </a:defRPr>
            </a:pPr>
            <a:r>
              <a:rPr sz="1100" b="1" dirty="0" err="1">
                <a:solidFill>
                  <a:srgbClr val="202020"/>
                </a:solidFill>
              </a:rPr>
              <a:t>약점</a:t>
            </a:r>
            <a:r>
              <a:rPr sz="1100" b="1" dirty="0">
                <a:solidFill>
                  <a:srgbClr val="202020"/>
                </a:solidFill>
              </a:rPr>
              <a:t> </a:t>
            </a:r>
            <a:r>
              <a:rPr lang="ko-KR" altLang="en-US" sz="1100" b="1" dirty="0">
                <a:solidFill>
                  <a:srgbClr val="202020"/>
                </a:solidFill>
              </a:rPr>
              <a:t>타격</a:t>
            </a:r>
            <a:endParaRPr sz="1100" b="1" dirty="0">
              <a:solidFill>
                <a:srgbClr val="202020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EDE8324-83F2-4E82-B0CE-12A8635E67D7}"/>
              </a:ext>
            </a:extLst>
          </p:cNvPr>
          <p:cNvSpPr>
            <a:spLocks noGrp="1"/>
          </p:cNvSpPr>
          <p:nvPr/>
        </p:nvSpPr>
        <p:spPr>
          <a:xfrm>
            <a:off x="5838825" y="1219200"/>
            <a:ext cx="171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buNone/>
              <a:defRPr sz="1500" b="1">
                <a:solidFill>
                  <a:srgbClr val="202020"/>
                </a:solidFill>
              </a:defRPr>
            </a:pPr>
            <a:r>
              <a:rPr sz="1100" b="1">
                <a:solidFill>
                  <a:srgbClr val="202020"/>
                </a:solidFill>
              </a:rPr>
              <a:t>&gt;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401156F-DC9C-4385-8837-2592C1078475}"/>
              </a:ext>
            </a:extLst>
          </p:cNvPr>
          <p:cNvSpPr>
            <a:spLocks noGrp="1"/>
          </p:cNvSpPr>
          <p:nvPr/>
        </p:nvSpPr>
        <p:spPr>
          <a:xfrm>
            <a:off x="5991225" y="990600"/>
            <a:ext cx="1730375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2F5F992-DA30-438E-ABAD-545308FA636D}"/>
              </a:ext>
            </a:extLst>
          </p:cNvPr>
          <p:cNvSpPr>
            <a:spLocks noGrp="1"/>
          </p:cNvSpPr>
          <p:nvPr/>
        </p:nvSpPr>
        <p:spPr>
          <a:xfrm>
            <a:off x="6048375" y="1228725"/>
            <a:ext cx="161607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buNone/>
              <a:defRPr sz="1125" b="1">
                <a:solidFill>
                  <a:srgbClr val="202020"/>
                </a:solidFill>
              </a:defRPr>
            </a:pPr>
            <a:r>
              <a:rPr sz="1100" b="1">
                <a:solidFill>
                  <a:srgbClr val="202020"/>
                </a:solidFill>
              </a:rPr>
              <a:t>브레이크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49FDE6C-9FBF-46FD-93C7-8CE0F0F9C040}"/>
              </a:ext>
            </a:extLst>
          </p:cNvPr>
          <p:cNvSpPr>
            <a:spLocks noGrp="1"/>
          </p:cNvSpPr>
          <p:nvPr/>
        </p:nvSpPr>
        <p:spPr>
          <a:xfrm>
            <a:off x="7740650" y="1219200"/>
            <a:ext cx="171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buNone/>
              <a:defRPr sz="1500" b="1">
                <a:solidFill>
                  <a:srgbClr val="202020"/>
                </a:solidFill>
              </a:defRPr>
            </a:pPr>
            <a:r>
              <a:rPr sz="1100" b="1">
                <a:solidFill>
                  <a:srgbClr val="202020"/>
                </a:solidFill>
              </a:rPr>
              <a:t>&gt;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BCEE9E1-6C7A-4B0F-8E11-AFB4DAC8E97E}"/>
              </a:ext>
            </a:extLst>
          </p:cNvPr>
          <p:cNvSpPr>
            <a:spLocks noGrp="1"/>
          </p:cNvSpPr>
          <p:nvPr/>
        </p:nvSpPr>
        <p:spPr>
          <a:xfrm>
            <a:off x="7893050" y="990600"/>
            <a:ext cx="1730375" cy="723900"/>
          </a:xfrm>
          <a:prstGeom prst="rect">
            <a:avLst/>
          </a:prstGeom>
          <a:solidFill>
            <a:srgbClr val="D9EAF7"/>
          </a:solidFill>
          <a:ln w="9525">
            <a:solidFill>
              <a:srgbClr val="33333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126902F-FB9E-48EA-AE20-17A15F85A158}"/>
              </a:ext>
            </a:extLst>
          </p:cNvPr>
          <p:cNvSpPr>
            <a:spLocks noGrp="1"/>
          </p:cNvSpPr>
          <p:nvPr/>
        </p:nvSpPr>
        <p:spPr>
          <a:xfrm>
            <a:off x="7950200" y="1228725"/>
            <a:ext cx="161607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buNone/>
              <a:defRPr sz="1125" b="1">
                <a:solidFill>
                  <a:srgbClr val="202020"/>
                </a:solidFill>
              </a:defRPr>
            </a:pPr>
            <a:r>
              <a:rPr sz="1100" b="1">
                <a:solidFill>
                  <a:srgbClr val="202020"/>
                </a:solidFill>
              </a:rPr>
              <a:t>일반 상태 복귀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4D73233-8CE2-480A-8E6B-974EFF3327BC}"/>
              </a:ext>
            </a:extLst>
          </p:cNvPr>
          <p:cNvSpPr>
            <a:spLocks noGrp="1"/>
          </p:cNvSpPr>
          <p:nvPr/>
        </p:nvSpPr>
        <p:spPr>
          <a:xfrm>
            <a:off x="190500" y="2190750"/>
            <a:ext cx="1381125" cy="5524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27A7E56-F002-4CED-9BC4-83B0AE17E20F}"/>
              </a:ext>
            </a:extLst>
          </p:cNvPr>
          <p:cNvSpPr>
            <a:spLocks noGrp="1"/>
          </p:cNvSpPr>
          <p:nvPr/>
        </p:nvSpPr>
        <p:spPr>
          <a:xfrm>
            <a:off x="247650" y="2228850"/>
            <a:ext cx="12668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단계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A596DB22-6BCB-4449-9EDA-5F415ADEAF96}"/>
              </a:ext>
            </a:extLst>
          </p:cNvPr>
          <p:cNvSpPr>
            <a:spLocks noGrp="1"/>
          </p:cNvSpPr>
          <p:nvPr/>
        </p:nvSpPr>
        <p:spPr>
          <a:xfrm>
            <a:off x="1571625" y="2190750"/>
            <a:ext cx="2905125" cy="5524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39F971A-5FB1-4D1C-836C-CE736521D121}"/>
              </a:ext>
            </a:extLst>
          </p:cNvPr>
          <p:cNvSpPr>
            <a:spLocks noGrp="1"/>
          </p:cNvSpPr>
          <p:nvPr/>
        </p:nvSpPr>
        <p:spPr>
          <a:xfrm>
            <a:off x="1628775" y="2228850"/>
            <a:ext cx="27908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조건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4E64D4C-5652-4322-B400-EDA947D05FEE}"/>
              </a:ext>
            </a:extLst>
          </p:cNvPr>
          <p:cNvSpPr>
            <a:spLocks noGrp="1"/>
          </p:cNvSpPr>
          <p:nvPr/>
        </p:nvSpPr>
        <p:spPr>
          <a:xfrm>
            <a:off x="4476750" y="2190750"/>
            <a:ext cx="3857625" cy="5524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991A010-9E5D-4DB3-98F4-C9A688A10149}"/>
              </a:ext>
            </a:extLst>
          </p:cNvPr>
          <p:cNvSpPr>
            <a:spLocks noGrp="1"/>
          </p:cNvSpPr>
          <p:nvPr/>
        </p:nvSpPr>
        <p:spPr>
          <a:xfrm>
            <a:off x="4533900" y="2228850"/>
            <a:ext cx="37433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표현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410968D-52EB-410C-98A3-C976C489BEA3}"/>
              </a:ext>
            </a:extLst>
          </p:cNvPr>
          <p:cNvSpPr>
            <a:spLocks noGrp="1"/>
          </p:cNvSpPr>
          <p:nvPr/>
        </p:nvSpPr>
        <p:spPr>
          <a:xfrm>
            <a:off x="8334375" y="2190750"/>
            <a:ext cx="3143250" cy="5524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F0BE8C83-D568-40E3-9CD7-BAD602FC0D9C}"/>
              </a:ext>
            </a:extLst>
          </p:cNvPr>
          <p:cNvSpPr>
            <a:spLocks noGrp="1"/>
          </p:cNvSpPr>
          <p:nvPr/>
        </p:nvSpPr>
        <p:spPr>
          <a:xfrm>
            <a:off x="8391525" y="2228850"/>
            <a:ext cx="3028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결과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4202DF9D-32AA-45A1-A55F-BC18D655DB32}"/>
              </a:ext>
            </a:extLst>
          </p:cNvPr>
          <p:cNvSpPr>
            <a:spLocks noGrp="1"/>
          </p:cNvSpPr>
          <p:nvPr/>
        </p:nvSpPr>
        <p:spPr>
          <a:xfrm>
            <a:off x="190500" y="2743200"/>
            <a:ext cx="1381125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0A4DF641-D978-4AB2-955A-711F2439D786}"/>
              </a:ext>
            </a:extLst>
          </p:cNvPr>
          <p:cNvSpPr>
            <a:spLocks noGrp="1"/>
          </p:cNvSpPr>
          <p:nvPr/>
        </p:nvSpPr>
        <p:spPr>
          <a:xfrm>
            <a:off x="247650" y="2781300"/>
            <a:ext cx="12668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일반 타격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720590B5-D304-402D-9C9C-85B79A56B69B}"/>
              </a:ext>
            </a:extLst>
          </p:cNvPr>
          <p:cNvSpPr>
            <a:spLocks noGrp="1"/>
          </p:cNvSpPr>
          <p:nvPr/>
        </p:nvSpPr>
        <p:spPr>
          <a:xfrm>
            <a:off x="1571625" y="2743200"/>
            <a:ext cx="2905125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A9BAACF6-2DB3-45F1-A01D-200D9202BD98}"/>
              </a:ext>
            </a:extLst>
          </p:cNvPr>
          <p:cNvSpPr>
            <a:spLocks noGrp="1"/>
          </p:cNvSpPr>
          <p:nvPr/>
        </p:nvSpPr>
        <p:spPr>
          <a:xfrm>
            <a:off x="1628775" y="2781300"/>
            <a:ext cx="27908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광물에 곡괭이 접촉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38B104D-237A-4D1F-AF36-C9814D032E6F}"/>
              </a:ext>
            </a:extLst>
          </p:cNvPr>
          <p:cNvSpPr>
            <a:spLocks noGrp="1"/>
          </p:cNvSpPr>
          <p:nvPr/>
        </p:nvSpPr>
        <p:spPr>
          <a:xfrm>
            <a:off x="4476750" y="2743200"/>
            <a:ext cx="3857625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8BC2E91A-3EDF-4EEB-A155-28F0C5163DD3}"/>
              </a:ext>
            </a:extLst>
          </p:cNvPr>
          <p:cNvSpPr>
            <a:spLocks noGrp="1"/>
          </p:cNvSpPr>
          <p:nvPr/>
        </p:nvSpPr>
        <p:spPr>
          <a:xfrm>
            <a:off x="4533900" y="2781300"/>
            <a:ext cx="37433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광물 피격 스케일 연출 (기존 연출)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4E3B0912-8BEC-482C-B065-05DCEB5DD58C}"/>
              </a:ext>
            </a:extLst>
          </p:cNvPr>
          <p:cNvSpPr>
            <a:spLocks noGrp="1"/>
          </p:cNvSpPr>
          <p:nvPr/>
        </p:nvSpPr>
        <p:spPr>
          <a:xfrm>
            <a:off x="8334375" y="2743200"/>
            <a:ext cx="31432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5D9CF85F-04BB-4D2A-82FB-E156D91FB32C}"/>
              </a:ext>
            </a:extLst>
          </p:cNvPr>
          <p:cNvSpPr>
            <a:spLocks noGrp="1"/>
          </p:cNvSpPr>
          <p:nvPr/>
        </p:nvSpPr>
        <p:spPr>
          <a:xfrm>
            <a:off x="8391525" y="2781300"/>
            <a:ext cx="3028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HP 감소 및 약점 노출 카운트 증가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64FA18D0-5F56-47A2-A9B4-3250F90A7491}"/>
              </a:ext>
            </a:extLst>
          </p:cNvPr>
          <p:cNvSpPr>
            <a:spLocks noGrp="1"/>
          </p:cNvSpPr>
          <p:nvPr/>
        </p:nvSpPr>
        <p:spPr>
          <a:xfrm>
            <a:off x="190500" y="3295650"/>
            <a:ext cx="1381125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5DFED0F1-9A27-4BEB-A355-6EDC8DFD6D63}"/>
              </a:ext>
            </a:extLst>
          </p:cNvPr>
          <p:cNvSpPr>
            <a:spLocks noGrp="1"/>
          </p:cNvSpPr>
          <p:nvPr/>
        </p:nvSpPr>
        <p:spPr>
          <a:xfrm>
            <a:off x="247650" y="3333750"/>
            <a:ext cx="12668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약점 노출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0A1BDB8C-CFDB-4C71-AAA9-86ED8C8242FD}"/>
              </a:ext>
            </a:extLst>
          </p:cNvPr>
          <p:cNvSpPr>
            <a:spLocks noGrp="1"/>
          </p:cNvSpPr>
          <p:nvPr/>
        </p:nvSpPr>
        <p:spPr>
          <a:xfrm>
            <a:off x="1571625" y="3295650"/>
            <a:ext cx="2905125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D8E23E81-1E4F-4F25-B601-EC739A672F16}"/>
              </a:ext>
            </a:extLst>
          </p:cNvPr>
          <p:cNvSpPr>
            <a:spLocks noGrp="1"/>
          </p:cNvSpPr>
          <p:nvPr/>
        </p:nvSpPr>
        <p:spPr>
          <a:xfrm>
            <a:off x="1628775" y="3333750"/>
            <a:ext cx="27908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노출 조건 충족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78EA5EBB-BFBB-4FCB-8B4B-DDC68FB9D4D5}"/>
              </a:ext>
            </a:extLst>
          </p:cNvPr>
          <p:cNvSpPr>
            <a:spLocks noGrp="1"/>
          </p:cNvSpPr>
          <p:nvPr/>
        </p:nvSpPr>
        <p:spPr>
          <a:xfrm>
            <a:off x="4476750" y="3295650"/>
            <a:ext cx="3857625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C5F171C9-633F-437F-B8D5-8BF21F856D56}"/>
              </a:ext>
            </a:extLst>
          </p:cNvPr>
          <p:cNvSpPr>
            <a:spLocks noGrp="1"/>
          </p:cNvSpPr>
          <p:nvPr/>
        </p:nvSpPr>
        <p:spPr>
          <a:xfrm>
            <a:off x="4533900" y="3333750"/>
            <a:ext cx="37433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lang="ko-KR" altLang="en-US" sz="1000" b="0" dirty="0">
                <a:solidFill>
                  <a:srgbClr val="202020"/>
                </a:solidFill>
              </a:rPr>
              <a:t>광물 </a:t>
            </a:r>
            <a:r>
              <a:rPr sz="1000" b="0" dirty="0" err="1">
                <a:solidFill>
                  <a:srgbClr val="202020"/>
                </a:solidFill>
              </a:rPr>
              <a:t>외곽선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근처에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약점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등장</a:t>
            </a:r>
            <a:endParaRPr sz="1000" b="0" dirty="0">
              <a:solidFill>
                <a:srgbClr val="202020"/>
              </a:solidFill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C351FF9B-AA73-471B-A017-7B6B953EFA41}"/>
              </a:ext>
            </a:extLst>
          </p:cNvPr>
          <p:cNvSpPr>
            <a:spLocks noGrp="1"/>
          </p:cNvSpPr>
          <p:nvPr/>
        </p:nvSpPr>
        <p:spPr>
          <a:xfrm>
            <a:off x="8334375" y="3295650"/>
            <a:ext cx="3143250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95982075-E687-45AD-8F9E-A82ED54F6C21}"/>
              </a:ext>
            </a:extLst>
          </p:cNvPr>
          <p:cNvSpPr>
            <a:spLocks noGrp="1"/>
          </p:cNvSpPr>
          <p:nvPr/>
        </p:nvSpPr>
        <p:spPr>
          <a:xfrm>
            <a:off x="8391525" y="3333750"/>
            <a:ext cx="3028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약점 타격 가능 상태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F35F6469-F5E0-4029-BA9F-C0356170F315}"/>
              </a:ext>
            </a:extLst>
          </p:cNvPr>
          <p:cNvSpPr>
            <a:spLocks noGrp="1"/>
          </p:cNvSpPr>
          <p:nvPr/>
        </p:nvSpPr>
        <p:spPr>
          <a:xfrm>
            <a:off x="190500" y="3848100"/>
            <a:ext cx="1381125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46E71F9D-9B60-471B-BFB2-AF5FF79E21E0}"/>
              </a:ext>
            </a:extLst>
          </p:cNvPr>
          <p:cNvSpPr>
            <a:spLocks noGrp="1"/>
          </p:cNvSpPr>
          <p:nvPr/>
        </p:nvSpPr>
        <p:spPr>
          <a:xfrm>
            <a:off x="247650" y="3886200"/>
            <a:ext cx="12668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 dirty="0" err="1">
                <a:solidFill>
                  <a:srgbClr val="202020"/>
                </a:solidFill>
              </a:rPr>
              <a:t>약점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lang="ko-KR" altLang="en-US" sz="1000" b="0" dirty="0">
                <a:solidFill>
                  <a:srgbClr val="202020"/>
                </a:solidFill>
              </a:rPr>
              <a:t>타격</a:t>
            </a:r>
            <a:endParaRPr sz="1000" b="0" dirty="0">
              <a:solidFill>
                <a:srgbClr val="202020"/>
              </a:solidFill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C1E17D39-2A9F-4557-92C9-B3529A90F975}"/>
              </a:ext>
            </a:extLst>
          </p:cNvPr>
          <p:cNvSpPr>
            <a:spLocks noGrp="1"/>
          </p:cNvSpPr>
          <p:nvPr/>
        </p:nvSpPr>
        <p:spPr>
          <a:xfrm>
            <a:off x="1571625" y="3848100"/>
            <a:ext cx="2905125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200D09D9-D6AC-4766-895C-8EA02481F423}"/>
              </a:ext>
            </a:extLst>
          </p:cNvPr>
          <p:cNvSpPr>
            <a:spLocks noGrp="1"/>
          </p:cNvSpPr>
          <p:nvPr/>
        </p:nvSpPr>
        <p:spPr>
          <a:xfrm>
            <a:off x="1628775" y="3886200"/>
            <a:ext cx="27908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곡괭이가 약점 판정 반경 접촉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0D31D039-EB5A-4CE4-ACDA-4616F4B0FC12}"/>
              </a:ext>
            </a:extLst>
          </p:cNvPr>
          <p:cNvSpPr>
            <a:spLocks noGrp="1"/>
          </p:cNvSpPr>
          <p:nvPr/>
        </p:nvSpPr>
        <p:spPr>
          <a:xfrm>
            <a:off x="4476750" y="3848100"/>
            <a:ext cx="3857625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086C1D21-5978-48E5-AF22-65759A558DB1}"/>
              </a:ext>
            </a:extLst>
          </p:cNvPr>
          <p:cNvSpPr>
            <a:spLocks noGrp="1"/>
          </p:cNvSpPr>
          <p:nvPr/>
        </p:nvSpPr>
        <p:spPr>
          <a:xfrm>
            <a:off x="4533900" y="3886200"/>
            <a:ext cx="37433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 dirty="0" err="1">
                <a:solidFill>
                  <a:srgbClr val="202020"/>
                </a:solidFill>
              </a:rPr>
              <a:t>약점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피격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연출</a:t>
            </a:r>
            <a:r>
              <a:rPr sz="1000" b="0" dirty="0">
                <a:solidFill>
                  <a:srgbClr val="202020"/>
                </a:solidFill>
              </a:rPr>
              <a:t> / </a:t>
            </a:r>
            <a:r>
              <a:rPr lang="ko-KR" altLang="en-US" sz="1000" b="0" dirty="0">
                <a:solidFill>
                  <a:srgbClr val="202020"/>
                </a:solidFill>
              </a:rPr>
              <a:t>약점 </a:t>
            </a:r>
            <a:r>
              <a:rPr sz="1000" b="0" dirty="0" err="1">
                <a:solidFill>
                  <a:srgbClr val="202020"/>
                </a:solidFill>
              </a:rPr>
              <a:t>크기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증가</a:t>
            </a:r>
            <a:endParaRPr sz="1000" b="0" dirty="0">
              <a:solidFill>
                <a:srgbClr val="202020"/>
              </a:solidFill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BB88B4AC-134D-4846-9A10-53C3FAF654E2}"/>
              </a:ext>
            </a:extLst>
          </p:cNvPr>
          <p:cNvSpPr>
            <a:spLocks noGrp="1"/>
          </p:cNvSpPr>
          <p:nvPr/>
        </p:nvSpPr>
        <p:spPr>
          <a:xfrm>
            <a:off x="8334375" y="3848100"/>
            <a:ext cx="31432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FE59ECD2-7E67-4585-BE68-843565D8658C}"/>
              </a:ext>
            </a:extLst>
          </p:cNvPr>
          <p:cNvSpPr>
            <a:spLocks noGrp="1"/>
          </p:cNvSpPr>
          <p:nvPr/>
        </p:nvSpPr>
        <p:spPr>
          <a:xfrm>
            <a:off x="8391525" y="3886200"/>
            <a:ext cx="3028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브레이크 조건 누적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34805D7B-CC00-4524-979B-D2ECD7E108E4}"/>
              </a:ext>
            </a:extLst>
          </p:cNvPr>
          <p:cNvSpPr>
            <a:spLocks noGrp="1"/>
          </p:cNvSpPr>
          <p:nvPr/>
        </p:nvSpPr>
        <p:spPr>
          <a:xfrm>
            <a:off x="190500" y="4400550"/>
            <a:ext cx="1381125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6CCB2432-64B3-4A09-9551-D8FA7965DD9F}"/>
              </a:ext>
            </a:extLst>
          </p:cNvPr>
          <p:cNvSpPr>
            <a:spLocks noGrp="1"/>
          </p:cNvSpPr>
          <p:nvPr/>
        </p:nvSpPr>
        <p:spPr>
          <a:xfrm>
            <a:off x="247650" y="4438650"/>
            <a:ext cx="12668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브레이크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3F20958E-F9D7-47EA-8931-69E3327A9E34}"/>
              </a:ext>
            </a:extLst>
          </p:cNvPr>
          <p:cNvSpPr>
            <a:spLocks noGrp="1"/>
          </p:cNvSpPr>
          <p:nvPr/>
        </p:nvSpPr>
        <p:spPr>
          <a:xfrm>
            <a:off x="1571625" y="4400550"/>
            <a:ext cx="2905125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E1BF4355-6EE6-4D93-8EAB-DEF44FA7B446}"/>
              </a:ext>
            </a:extLst>
          </p:cNvPr>
          <p:cNvSpPr>
            <a:spLocks noGrp="1"/>
          </p:cNvSpPr>
          <p:nvPr/>
        </p:nvSpPr>
        <p:spPr>
          <a:xfrm>
            <a:off x="1628775" y="4438650"/>
            <a:ext cx="27908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약점 타격 횟수 충족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3057F37B-CB34-4E98-AD5D-B04452BC7AA0}"/>
              </a:ext>
            </a:extLst>
          </p:cNvPr>
          <p:cNvSpPr>
            <a:spLocks noGrp="1"/>
          </p:cNvSpPr>
          <p:nvPr/>
        </p:nvSpPr>
        <p:spPr>
          <a:xfrm>
            <a:off x="4476750" y="4400550"/>
            <a:ext cx="3857625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6B122430-E230-4C48-8FA1-508C33C2B846}"/>
              </a:ext>
            </a:extLst>
          </p:cNvPr>
          <p:cNvSpPr>
            <a:spLocks noGrp="1"/>
          </p:cNvSpPr>
          <p:nvPr/>
        </p:nvSpPr>
        <p:spPr>
          <a:xfrm>
            <a:off x="4533900" y="4438650"/>
            <a:ext cx="37433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 dirty="0" err="1">
                <a:solidFill>
                  <a:srgbClr val="202020"/>
                </a:solidFill>
              </a:rPr>
              <a:t>광물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외곽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라인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색상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lang="ko-KR" altLang="en-US" sz="1000" b="0" dirty="0">
                <a:solidFill>
                  <a:srgbClr val="202020"/>
                </a:solidFill>
              </a:rPr>
              <a:t>강조</a:t>
            </a:r>
            <a:endParaRPr sz="1000" b="0" dirty="0">
              <a:solidFill>
                <a:srgbClr val="202020"/>
              </a:solidFill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3948165A-35F9-4CA4-A153-9F4293D7CB20}"/>
              </a:ext>
            </a:extLst>
          </p:cNvPr>
          <p:cNvSpPr>
            <a:spLocks noGrp="1"/>
          </p:cNvSpPr>
          <p:nvPr/>
        </p:nvSpPr>
        <p:spPr>
          <a:xfrm>
            <a:off x="8334375" y="4400550"/>
            <a:ext cx="3143250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B49EEC09-B43E-4FED-8648-4461C705DAD4}"/>
              </a:ext>
            </a:extLst>
          </p:cNvPr>
          <p:cNvSpPr>
            <a:spLocks noGrp="1"/>
          </p:cNvSpPr>
          <p:nvPr/>
        </p:nvSpPr>
        <p:spPr>
          <a:xfrm>
            <a:off x="8391525" y="4438650"/>
            <a:ext cx="3028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lang="ko-KR" altLang="en-US" sz="1000" b="0" dirty="0">
                <a:solidFill>
                  <a:srgbClr val="202020"/>
                </a:solidFill>
              </a:rPr>
              <a:t>광물 타격 </a:t>
            </a:r>
            <a:r>
              <a:rPr sz="1000" b="0" dirty="0" err="1">
                <a:solidFill>
                  <a:srgbClr val="202020"/>
                </a:solidFill>
              </a:rPr>
              <a:t>피해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배율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lang="ko-KR" altLang="en-US" sz="1000" dirty="0">
                <a:solidFill>
                  <a:srgbClr val="202020"/>
                </a:solidFill>
              </a:rPr>
              <a:t>적용</a:t>
            </a:r>
            <a:endParaRPr sz="1000" b="0" dirty="0">
              <a:solidFill>
                <a:srgbClr val="202020"/>
              </a:solidFill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1CACA97B-C407-4B44-AE96-25F8217BCDC0}"/>
              </a:ext>
            </a:extLst>
          </p:cNvPr>
          <p:cNvSpPr>
            <a:spLocks noGrp="1"/>
          </p:cNvSpPr>
          <p:nvPr/>
        </p:nvSpPr>
        <p:spPr>
          <a:xfrm>
            <a:off x="190500" y="4953000"/>
            <a:ext cx="1381125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E65C12DF-9D5D-4538-8B6D-2FEED2995EE5}"/>
              </a:ext>
            </a:extLst>
          </p:cNvPr>
          <p:cNvSpPr>
            <a:spLocks noGrp="1"/>
          </p:cNvSpPr>
          <p:nvPr/>
        </p:nvSpPr>
        <p:spPr>
          <a:xfrm>
            <a:off x="247650" y="4991100"/>
            <a:ext cx="12668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>
                <a:solidFill>
                  <a:srgbClr val="202020"/>
                </a:solidFill>
              </a:rPr>
              <a:t>일반 상태 복귀</a:t>
            </a: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71C48EDC-E17E-4EAF-B2D5-8CB8A938244D}"/>
              </a:ext>
            </a:extLst>
          </p:cNvPr>
          <p:cNvSpPr>
            <a:spLocks noGrp="1"/>
          </p:cNvSpPr>
          <p:nvPr/>
        </p:nvSpPr>
        <p:spPr>
          <a:xfrm>
            <a:off x="1571625" y="4953000"/>
            <a:ext cx="2905125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65CBDFF4-5021-448F-A81F-C72809F74BB6}"/>
              </a:ext>
            </a:extLst>
          </p:cNvPr>
          <p:cNvSpPr>
            <a:spLocks noGrp="1"/>
          </p:cNvSpPr>
          <p:nvPr/>
        </p:nvSpPr>
        <p:spPr>
          <a:xfrm>
            <a:off x="1628775" y="4991100"/>
            <a:ext cx="27908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브레이크 시간 종료</a:t>
            </a: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2E42DAD6-CFDB-40EF-9C95-DF9B6015F8CC}"/>
              </a:ext>
            </a:extLst>
          </p:cNvPr>
          <p:cNvSpPr>
            <a:spLocks noGrp="1"/>
          </p:cNvSpPr>
          <p:nvPr/>
        </p:nvSpPr>
        <p:spPr>
          <a:xfrm>
            <a:off x="4476750" y="4953000"/>
            <a:ext cx="3857625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C8D701DF-E837-4DC3-AF6B-E6A3687E2CCC}"/>
              </a:ext>
            </a:extLst>
          </p:cNvPr>
          <p:cNvSpPr>
            <a:spLocks noGrp="1"/>
          </p:cNvSpPr>
          <p:nvPr/>
        </p:nvSpPr>
        <p:spPr>
          <a:xfrm>
            <a:off x="4533900" y="4991100"/>
            <a:ext cx="37433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브레이크 연출 종료</a:t>
            </a: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2733BEFF-A3E7-48F1-8B64-9156174A7EF1}"/>
              </a:ext>
            </a:extLst>
          </p:cNvPr>
          <p:cNvSpPr>
            <a:spLocks noGrp="1"/>
          </p:cNvSpPr>
          <p:nvPr/>
        </p:nvSpPr>
        <p:spPr>
          <a:xfrm>
            <a:off x="8334375" y="4953000"/>
            <a:ext cx="31432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D5F5C2DC-E0C7-4C8E-95DD-33BFB7000A95}"/>
              </a:ext>
            </a:extLst>
          </p:cNvPr>
          <p:cNvSpPr>
            <a:spLocks noGrp="1"/>
          </p:cNvSpPr>
          <p:nvPr/>
        </p:nvSpPr>
        <p:spPr>
          <a:xfrm>
            <a:off x="8391525" y="4991100"/>
            <a:ext cx="3028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일반 상태로 복귀</a:t>
            </a:r>
          </a:p>
        </p:txBody>
      </p:sp>
    </p:spTree>
    <p:extLst>
      <p:ext uri="{BB962C8B-B14F-4D97-AF65-F5344CB8AC3E}">
        <p14:creationId xmlns:p14="http://schemas.microsoft.com/office/powerpoint/2010/main" val="10047359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lide Number Placeholder 5">
            <a:extLst>
              <a:ext uri="{FF2B5EF4-FFF2-40B4-BE49-F238E27FC236}">
                <a16:creationId xmlns:a16="http://schemas.microsoft.com/office/drawing/2014/main" id="{0C2FDC39-5A87-49BE-B604-ECDB383621D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pPr algn="l">
              <a:buNone/>
            </a:pPr>
            <a:endParaRPr sz="100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ADB901A-44A9-4377-AB08-A33550AEA7E9}"/>
              </a:ext>
            </a:extLst>
          </p:cNvPr>
          <p:cNvSpPr>
            <a:spLocks noGrp="1"/>
          </p:cNvSpPr>
          <p:nvPr/>
        </p:nvSpPr>
        <p:spPr>
          <a:xfrm>
            <a:off x="95250" y="114300"/>
            <a:ext cx="85725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buNone/>
              <a:defRPr sz="2250" b="1">
                <a:solidFill>
                  <a:srgbClr val="1E2D4A"/>
                </a:solidFill>
              </a:defRPr>
            </a:pPr>
            <a:r>
              <a:rPr sz="2250" b="1">
                <a:solidFill>
                  <a:srgbClr val="1E2D4A"/>
                </a:solidFill>
              </a:rPr>
              <a:t>6. 약점 규칙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A313B0B-0E7F-4152-883C-2F5202B8A457}"/>
              </a:ext>
            </a:extLst>
          </p:cNvPr>
          <p:cNvSpPr>
            <a:spLocks noGrp="1"/>
          </p:cNvSpPr>
          <p:nvPr/>
        </p:nvSpPr>
        <p:spPr>
          <a:xfrm>
            <a:off x="0" y="590550"/>
            <a:ext cx="12192000" cy="19050"/>
          </a:xfrm>
          <a:prstGeom prst="rect">
            <a:avLst/>
          </a:prstGeom>
          <a:solidFill>
            <a:srgbClr val="9EA5AE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1DEBBEB-7FA2-4C75-A13C-9F068915BFF1}"/>
              </a:ext>
            </a:extLst>
          </p:cNvPr>
          <p:cNvSpPr>
            <a:spLocks noGrp="1"/>
          </p:cNvSpPr>
          <p:nvPr/>
        </p:nvSpPr>
        <p:spPr>
          <a:xfrm>
            <a:off x="190500" y="914400"/>
            <a:ext cx="2190750" cy="5143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sz="10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8B9E9A6-3496-410B-9290-BC5D742AC364}"/>
              </a:ext>
            </a:extLst>
          </p:cNvPr>
          <p:cNvSpPr>
            <a:spLocks noGrp="1"/>
          </p:cNvSpPr>
          <p:nvPr/>
        </p:nvSpPr>
        <p:spPr>
          <a:xfrm>
            <a:off x="247650" y="952500"/>
            <a:ext cx="20764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항목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4FB4E73-1918-48C3-AABE-BDC884F060ED}"/>
              </a:ext>
            </a:extLst>
          </p:cNvPr>
          <p:cNvSpPr>
            <a:spLocks noGrp="1"/>
          </p:cNvSpPr>
          <p:nvPr/>
        </p:nvSpPr>
        <p:spPr>
          <a:xfrm>
            <a:off x="2381250" y="914400"/>
            <a:ext cx="2476500" cy="5143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sz="100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25E897E-8F98-4049-8AE2-4D10E5662547}"/>
              </a:ext>
            </a:extLst>
          </p:cNvPr>
          <p:cNvSpPr>
            <a:spLocks noGrp="1"/>
          </p:cNvSpPr>
          <p:nvPr/>
        </p:nvSpPr>
        <p:spPr>
          <a:xfrm>
            <a:off x="2438400" y="952500"/>
            <a:ext cx="23622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값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A7E5F42-35DA-4C65-BD99-00D0FC44C395}"/>
              </a:ext>
            </a:extLst>
          </p:cNvPr>
          <p:cNvSpPr>
            <a:spLocks noGrp="1"/>
          </p:cNvSpPr>
          <p:nvPr/>
        </p:nvSpPr>
        <p:spPr>
          <a:xfrm>
            <a:off x="4857750" y="914400"/>
            <a:ext cx="6858000" cy="5143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sz="100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A5A595E-F369-472C-A3BA-B57E5A6CB6A8}"/>
              </a:ext>
            </a:extLst>
          </p:cNvPr>
          <p:cNvSpPr>
            <a:spLocks noGrp="1"/>
          </p:cNvSpPr>
          <p:nvPr/>
        </p:nvSpPr>
        <p:spPr>
          <a:xfrm>
            <a:off x="4914900" y="952500"/>
            <a:ext cx="67437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설명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D6FC699-3389-43E2-8529-EC5A0CEA3AB9}"/>
              </a:ext>
            </a:extLst>
          </p:cNvPr>
          <p:cNvSpPr>
            <a:spLocks noGrp="1"/>
          </p:cNvSpPr>
          <p:nvPr/>
        </p:nvSpPr>
        <p:spPr>
          <a:xfrm>
            <a:off x="190500" y="1428750"/>
            <a:ext cx="2190750" cy="5143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sz="100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441DEB6-E59E-45AC-8DA4-BF82D013227C}"/>
              </a:ext>
            </a:extLst>
          </p:cNvPr>
          <p:cNvSpPr>
            <a:spLocks noGrp="1"/>
          </p:cNvSpPr>
          <p:nvPr/>
        </p:nvSpPr>
        <p:spPr>
          <a:xfrm>
            <a:off x="247650" y="1466850"/>
            <a:ext cx="20764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약점 노출 조건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DA7913E-E2E3-4CF2-82C2-2C5085CBADC8}"/>
              </a:ext>
            </a:extLst>
          </p:cNvPr>
          <p:cNvSpPr>
            <a:spLocks noGrp="1"/>
          </p:cNvSpPr>
          <p:nvPr/>
        </p:nvSpPr>
        <p:spPr>
          <a:xfrm>
            <a:off x="2381250" y="1428750"/>
            <a:ext cx="2476500" cy="5143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sz="100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BFB45F5-209B-4400-A2E2-9BF3D935A080}"/>
              </a:ext>
            </a:extLst>
          </p:cNvPr>
          <p:cNvSpPr>
            <a:spLocks noGrp="1"/>
          </p:cNvSpPr>
          <p:nvPr/>
        </p:nvSpPr>
        <p:spPr>
          <a:xfrm>
            <a:off x="2438400" y="1466850"/>
            <a:ext cx="23622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타격 120회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DD2F571-EA65-40CE-9174-131B6786EABF}"/>
              </a:ext>
            </a:extLst>
          </p:cNvPr>
          <p:cNvSpPr>
            <a:spLocks noGrp="1"/>
          </p:cNvSpPr>
          <p:nvPr/>
        </p:nvSpPr>
        <p:spPr>
          <a:xfrm>
            <a:off x="4857750" y="1428750"/>
            <a:ext cx="6858000" cy="5143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sz="100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9C5C743-86BA-49C8-A7BF-C8DA32EE0011}"/>
              </a:ext>
            </a:extLst>
          </p:cNvPr>
          <p:cNvSpPr>
            <a:spLocks noGrp="1"/>
          </p:cNvSpPr>
          <p:nvPr/>
        </p:nvSpPr>
        <p:spPr>
          <a:xfrm>
            <a:off x="4914900" y="1466850"/>
            <a:ext cx="67437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 dirty="0">
                <a:solidFill>
                  <a:srgbClr val="202020"/>
                </a:solidFill>
              </a:rPr>
              <a:t>약 3초 </a:t>
            </a:r>
            <a:r>
              <a:rPr sz="1000" b="0" dirty="0" err="1">
                <a:solidFill>
                  <a:srgbClr val="202020"/>
                </a:solidFill>
              </a:rPr>
              <a:t>내외</a:t>
            </a:r>
            <a:r>
              <a:rPr sz="1000" b="0" dirty="0">
                <a:solidFill>
                  <a:srgbClr val="202020"/>
                </a:solidFill>
              </a:rPr>
              <a:t>. </a:t>
            </a:r>
            <a:r>
              <a:rPr sz="1000" b="0" dirty="0" err="1">
                <a:solidFill>
                  <a:srgbClr val="202020"/>
                </a:solidFill>
              </a:rPr>
              <a:t>타격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횟수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기준</a:t>
            </a:r>
            <a:endParaRPr sz="1000" b="0" dirty="0">
              <a:solidFill>
                <a:srgbClr val="202020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9D4DAF4-EAD3-448C-AC7F-C95F1BB3B392}"/>
              </a:ext>
            </a:extLst>
          </p:cNvPr>
          <p:cNvSpPr>
            <a:spLocks noGrp="1"/>
          </p:cNvSpPr>
          <p:nvPr/>
        </p:nvSpPr>
        <p:spPr>
          <a:xfrm>
            <a:off x="190500" y="1943100"/>
            <a:ext cx="2190750" cy="5143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sz="100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09C0608-0A47-4C9D-9197-22228FDC78A8}"/>
              </a:ext>
            </a:extLst>
          </p:cNvPr>
          <p:cNvSpPr>
            <a:spLocks noGrp="1"/>
          </p:cNvSpPr>
          <p:nvPr/>
        </p:nvSpPr>
        <p:spPr>
          <a:xfrm>
            <a:off x="247650" y="1971675"/>
            <a:ext cx="20764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약점 판정 반경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26C64EC-FFF0-4869-930D-0161B1A6A62F}"/>
              </a:ext>
            </a:extLst>
          </p:cNvPr>
          <p:cNvSpPr>
            <a:spLocks noGrp="1"/>
          </p:cNvSpPr>
          <p:nvPr/>
        </p:nvSpPr>
        <p:spPr>
          <a:xfrm>
            <a:off x="2381250" y="1943100"/>
            <a:ext cx="2476500" cy="5143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sz="100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CE05E58-6A7A-4484-8B39-6EE986100155}"/>
              </a:ext>
            </a:extLst>
          </p:cNvPr>
          <p:cNvSpPr>
            <a:spLocks noGrp="1"/>
          </p:cNvSpPr>
          <p:nvPr/>
        </p:nvSpPr>
        <p:spPr>
          <a:xfrm>
            <a:off x="2438400" y="1981200"/>
            <a:ext cx="23622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>
                <a:solidFill>
                  <a:srgbClr val="202020"/>
                </a:solidFill>
              </a:rPr>
              <a:t>25px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8E4278D-61E7-4F23-B627-8600B9D5BE72}"/>
              </a:ext>
            </a:extLst>
          </p:cNvPr>
          <p:cNvSpPr>
            <a:spLocks noGrp="1"/>
          </p:cNvSpPr>
          <p:nvPr/>
        </p:nvSpPr>
        <p:spPr>
          <a:xfrm>
            <a:off x="4857750" y="1943100"/>
            <a:ext cx="6858000" cy="5143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sz="100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265CF77-E714-45B1-A042-9FAE363B1A94}"/>
              </a:ext>
            </a:extLst>
          </p:cNvPr>
          <p:cNvSpPr>
            <a:spLocks noGrp="1"/>
          </p:cNvSpPr>
          <p:nvPr/>
        </p:nvSpPr>
        <p:spPr>
          <a:xfrm>
            <a:off x="4914900" y="1981200"/>
            <a:ext cx="67437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곡괭이가 약점에 닿았는지 판단하는 반경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0D0928EB-D05F-4E58-A88B-14F18647814B}"/>
              </a:ext>
            </a:extLst>
          </p:cNvPr>
          <p:cNvSpPr>
            <a:spLocks noGrp="1"/>
          </p:cNvSpPr>
          <p:nvPr/>
        </p:nvSpPr>
        <p:spPr>
          <a:xfrm>
            <a:off x="190500" y="2457450"/>
            <a:ext cx="2190750" cy="5143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sz="100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099BB55-0C0B-4A43-9267-C2059E981EAE}"/>
              </a:ext>
            </a:extLst>
          </p:cNvPr>
          <p:cNvSpPr>
            <a:spLocks noGrp="1"/>
          </p:cNvSpPr>
          <p:nvPr/>
        </p:nvSpPr>
        <p:spPr>
          <a:xfrm>
            <a:off x="247650" y="2495550"/>
            <a:ext cx="20764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브레이크 조건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F96907F-9679-4EBE-A2F7-A3002ADB820E}"/>
              </a:ext>
            </a:extLst>
          </p:cNvPr>
          <p:cNvSpPr>
            <a:spLocks noGrp="1"/>
          </p:cNvSpPr>
          <p:nvPr/>
        </p:nvSpPr>
        <p:spPr>
          <a:xfrm>
            <a:off x="2381250" y="2457450"/>
            <a:ext cx="2476500" cy="5143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sz="100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0FAD49B-809D-4995-8721-15AC42971B97}"/>
              </a:ext>
            </a:extLst>
          </p:cNvPr>
          <p:cNvSpPr>
            <a:spLocks noGrp="1"/>
          </p:cNvSpPr>
          <p:nvPr/>
        </p:nvSpPr>
        <p:spPr>
          <a:xfrm>
            <a:off x="2438400" y="2495550"/>
            <a:ext cx="23622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약점 타격 80회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BD4E4BC-D3D2-4289-816D-772CC9DA1A2A}"/>
              </a:ext>
            </a:extLst>
          </p:cNvPr>
          <p:cNvSpPr>
            <a:spLocks noGrp="1"/>
          </p:cNvSpPr>
          <p:nvPr/>
        </p:nvSpPr>
        <p:spPr>
          <a:xfrm>
            <a:off x="4857750" y="2457450"/>
            <a:ext cx="6858000" cy="5143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sz="100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5657A93B-15A9-4A25-A7A5-C35DFED585B2}"/>
              </a:ext>
            </a:extLst>
          </p:cNvPr>
          <p:cNvSpPr>
            <a:spLocks noGrp="1"/>
          </p:cNvSpPr>
          <p:nvPr/>
        </p:nvSpPr>
        <p:spPr>
          <a:xfrm>
            <a:off x="4914900" y="2495550"/>
            <a:ext cx="67437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실제 약점 타격 횟수 기준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FDE59BDB-5BCC-4FB6-8D1F-A696400098B9}"/>
              </a:ext>
            </a:extLst>
          </p:cNvPr>
          <p:cNvSpPr>
            <a:spLocks noGrp="1"/>
          </p:cNvSpPr>
          <p:nvPr/>
        </p:nvSpPr>
        <p:spPr>
          <a:xfrm>
            <a:off x="190500" y="2971800"/>
            <a:ext cx="2190750" cy="5143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sz="100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493B7136-A0DA-488F-946F-D88B40E66EE0}"/>
              </a:ext>
            </a:extLst>
          </p:cNvPr>
          <p:cNvSpPr>
            <a:spLocks noGrp="1"/>
          </p:cNvSpPr>
          <p:nvPr/>
        </p:nvSpPr>
        <p:spPr>
          <a:xfrm>
            <a:off x="247650" y="3009900"/>
            <a:ext cx="20764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약점 이동 주기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DC31C6DF-EA37-4988-873C-5E1B0C33FF52}"/>
              </a:ext>
            </a:extLst>
          </p:cNvPr>
          <p:cNvSpPr>
            <a:spLocks noGrp="1"/>
          </p:cNvSpPr>
          <p:nvPr/>
        </p:nvSpPr>
        <p:spPr>
          <a:xfrm>
            <a:off x="2381250" y="2971800"/>
            <a:ext cx="2476500" cy="5143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sz="100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0D48DE2D-06A7-4A3F-86C6-A248BE5140EC}"/>
              </a:ext>
            </a:extLst>
          </p:cNvPr>
          <p:cNvSpPr>
            <a:spLocks noGrp="1"/>
          </p:cNvSpPr>
          <p:nvPr/>
        </p:nvSpPr>
        <p:spPr>
          <a:xfrm>
            <a:off x="2438400" y="3009900"/>
            <a:ext cx="23622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6.5초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80CCCA9A-D763-4D84-9E0D-62EC512AB211}"/>
              </a:ext>
            </a:extLst>
          </p:cNvPr>
          <p:cNvSpPr>
            <a:spLocks noGrp="1"/>
          </p:cNvSpPr>
          <p:nvPr/>
        </p:nvSpPr>
        <p:spPr>
          <a:xfrm>
            <a:off x="4857750" y="2971800"/>
            <a:ext cx="6858000" cy="5143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sz="1000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54C58FA7-1595-4991-B469-01C0A370C820}"/>
              </a:ext>
            </a:extLst>
          </p:cNvPr>
          <p:cNvSpPr>
            <a:spLocks noGrp="1"/>
          </p:cNvSpPr>
          <p:nvPr/>
        </p:nvSpPr>
        <p:spPr>
          <a:xfrm>
            <a:off x="4914900" y="3009900"/>
            <a:ext cx="67437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한 위치 고정 공략 패턴을 완화하기 위한 장치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888E6FC0-C506-4290-B19F-0762BA3B7ABF}"/>
              </a:ext>
            </a:extLst>
          </p:cNvPr>
          <p:cNvSpPr>
            <a:spLocks noGrp="1"/>
          </p:cNvSpPr>
          <p:nvPr/>
        </p:nvSpPr>
        <p:spPr>
          <a:xfrm>
            <a:off x="190500" y="3486150"/>
            <a:ext cx="2190750" cy="5143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sz="1000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6990609B-C130-48F3-B1F2-1C2FED3E2023}"/>
              </a:ext>
            </a:extLst>
          </p:cNvPr>
          <p:cNvSpPr>
            <a:spLocks noGrp="1"/>
          </p:cNvSpPr>
          <p:nvPr/>
        </p:nvSpPr>
        <p:spPr>
          <a:xfrm>
            <a:off x="247650" y="3524250"/>
            <a:ext cx="20764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약점 비노출 조건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B75295AA-FE75-4BB7-A91C-891DCECDE967}"/>
              </a:ext>
            </a:extLst>
          </p:cNvPr>
          <p:cNvSpPr>
            <a:spLocks noGrp="1"/>
          </p:cNvSpPr>
          <p:nvPr/>
        </p:nvSpPr>
        <p:spPr>
          <a:xfrm>
            <a:off x="2381250" y="3486150"/>
            <a:ext cx="2476500" cy="5143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sz="1000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00ECAB35-5E54-4773-BED6-D93016D879E9}"/>
              </a:ext>
            </a:extLst>
          </p:cNvPr>
          <p:cNvSpPr>
            <a:spLocks noGrp="1"/>
          </p:cNvSpPr>
          <p:nvPr/>
        </p:nvSpPr>
        <p:spPr>
          <a:xfrm>
            <a:off x="2438400" y="3524250"/>
            <a:ext cx="23622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lang="en-US" sz="1000" dirty="0">
                <a:solidFill>
                  <a:srgbClr val="202020"/>
                </a:solidFill>
              </a:rPr>
              <a:t>HP </a:t>
            </a:r>
            <a:r>
              <a:rPr lang="en-US" sz="1000" b="0" dirty="0">
                <a:solidFill>
                  <a:srgbClr val="202020"/>
                </a:solidFill>
              </a:rPr>
              <a:t>15% </a:t>
            </a:r>
            <a:r>
              <a:rPr lang="ko-KR" altLang="en-US" sz="1000" b="0" dirty="0">
                <a:solidFill>
                  <a:srgbClr val="202020"/>
                </a:solidFill>
              </a:rPr>
              <a:t>이하</a:t>
            </a:r>
            <a:endParaRPr sz="1000" b="0" dirty="0">
              <a:solidFill>
                <a:srgbClr val="202020"/>
              </a:solidFill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888E0A9F-D981-4DC0-9E42-48C60B7A0D61}"/>
              </a:ext>
            </a:extLst>
          </p:cNvPr>
          <p:cNvSpPr>
            <a:spLocks noGrp="1"/>
          </p:cNvSpPr>
          <p:nvPr/>
        </p:nvSpPr>
        <p:spPr>
          <a:xfrm>
            <a:off x="4857750" y="3486150"/>
            <a:ext cx="6858000" cy="5143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sz="100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852E1E19-BDD6-4643-A656-C578C8023E79}"/>
              </a:ext>
            </a:extLst>
          </p:cNvPr>
          <p:cNvSpPr>
            <a:spLocks noGrp="1"/>
          </p:cNvSpPr>
          <p:nvPr/>
        </p:nvSpPr>
        <p:spPr>
          <a:xfrm>
            <a:off x="4914900" y="3524250"/>
            <a:ext cx="67437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lang="ko-KR" altLang="en-US" sz="1000" dirty="0"/>
              <a:t>남은 </a:t>
            </a:r>
            <a:r>
              <a:rPr lang="en-US" altLang="ko-KR" sz="1000" dirty="0"/>
              <a:t>HP </a:t>
            </a:r>
            <a:r>
              <a:rPr lang="ko-KR" altLang="en-US" sz="1000" dirty="0"/>
              <a:t>비율이 </a:t>
            </a:r>
            <a:r>
              <a:rPr lang="en-US" altLang="ko-KR" sz="1000" dirty="0"/>
              <a:t>15% </a:t>
            </a:r>
            <a:r>
              <a:rPr lang="ko-KR" altLang="en-US" sz="1000" dirty="0"/>
              <a:t>이하일 경우 약점 </a:t>
            </a:r>
            <a:r>
              <a:rPr lang="ko-KR" altLang="en-US" sz="1000" dirty="0" err="1"/>
              <a:t>미노출</a:t>
            </a:r>
            <a:endParaRPr lang="en-US" altLang="ko-KR" sz="1000" dirty="0"/>
          </a:p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 dirty="0" err="1">
                <a:solidFill>
                  <a:srgbClr val="202020"/>
                </a:solidFill>
              </a:rPr>
              <a:t>마무리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구간의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불필요한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약점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노출을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제한</a:t>
            </a:r>
            <a:endParaRPr sz="1000" b="0" dirty="0">
              <a:solidFill>
                <a:srgbClr val="202020"/>
              </a:solidFill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E022DFEF-7A37-4316-A5C7-045ED792FFB7}"/>
              </a:ext>
            </a:extLst>
          </p:cNvPr>
          <p:cNvSpPr>
            <a:spLocks noGrp="1"/>
          </p:cNvSpPr>
          <p:nvPr/>
        </p:nvSpPr>
        <p:spPr>
          <a:xfrm>
            <a:off x="190500" y="4162425"/>
            <a:ext cx="1123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buNone/>
              <a:defRPr sz="1350" b="1">
                <a:solidFill>
                  <a:srgbClr val="202020"/>
                </a:solidFill>
              </a:defRPr>
            </a:pPr>
            <a:r>
              <a:rPr sz="1200" b="1">
                <a:solidFill>
                  <a:srgbClr val="202020"/>
                </a:solidFill>
              </a:rPr>
              <a:t>6.1. 약점 위치 규칙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35177067-1E8A-479E-AEDD-630AFA5D95BC}"/>
              </a:ext>
            </a:extLst>
          </p:cNvPr>
          <p:cNvSpPr>
            <a:spLocks noGrp="1"/>
          </p:cNvSpPr>
          <p:nvPr/>
        </p:nvSpPr>
        <p:spPr>
          <a:xfrm>
            <a:off x="190500" y="4505325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buNone/>
              <a:defRPr sz="1275" b="0">
                <a:solidFill>
                  <a:srgbClr val="202020"/>
                </a:solidFill>
              </a:defRPr>
            </a:pPr>
            <a:r>
              <a:rPr sz="1200" b="0">
                <a:solidFill>
                  <a:srgbClr val="202020"/>
                </a:solidFill>
              </a:rPr>
              <a:t>- 약점은 광물 외곽선 근처에 생성한다.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F7672BDF-33F2-40FB-A4F1-1D63721A558E}"/>
              </a:ext>
            </a:extLst>
          </p:cNvPr>
          <p:cNvSpPr>
            <a:spLocks noGrp="1"/>
          </p:cNvSpPr>
          <p:nvPr/>
        </p:nvSpPr>
        <p:spPr>
          <a:xfrm>
            <a:off x="190500" y="4781550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buNone/>
              <a:defRPr sz="1275" b="0">
                <a:solidFill>
                  <a:srgbClr val="202020"/>
                </a:solidFill>
              </a:defRPr>
            </a:pPr>
            <a:r>
              <a:rPr sz="1200" b="0" dirty="0">
                <a:solidFill>
                  <a:srgbClr val="202020"/>
                </a:solidFill>
              </a:rPr>
              <a:t>- </a:t>
            </a:r>
            <a:r>
              <a:rPr sz="1200" b="0" dirty="0" err="1">
                <a:solidFill>
                  <a:srgbClr val="202020"/>
                </a:solidFill>
              </a:rPr>
              <a:t>플레이어가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타격한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방향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주변에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생성하되</a:t>
            </a:r>
            <a:r>
              <a:rPr sz="1200" b="0" dirty="0">
                <a:solidFill>
                  <a:srgbClr val="202020"/>
                </a:solidFill>
              </a:rPr>
              <a:t>, </a:t>
            </a:r>
            <a:r>
              <a:rPr sz="1200" b="0" dirty="0" err="1">
                <a:solidFill>
                  <a:srgbClr val="202020"/>
                </a:solidFill>
              </a:rPr>
              <a:t>정확히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같은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위치에는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생성하지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않는다</a:t>
            </a:r>
            <a:r>
              <a:rPr sz="1200" b="0" dirty="0">
                <a:solidFill>
                  <a:srgbClr val="202020"/>
                </a:solidFill>
              </a:rPr>
              <a:t>.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BEE58EFC-E3A3-43C0-927E-1698CA933279}"/>
              </a:ext>
            </a:extLst>
          </p:cNvPr>
          <p:cNvSpPr>
            <a:spLocks noGrp="1"/>
          </p:cNvSpPr>
          <p:nvPr/>
        </p:nvSpPr>
        <p:spPr>
          <a:xfrm>
            <a:off x="190500" y="5057775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buNone/>
              <a:defRPr sz="1275" b="0">
                <a:solidFill>
                  <a:srgbClr val="202020"/>
                </a:solidFill>
              </a:defRPr>
            </a:pPr>
            <a:r>
              <a:rPr sz="1200" b="0">
                <a:solidFill>
                  <a:srgbClr val="202020"/>
                </a:solidFill>
              </a:rPr>
              <a:t>- 캐릭터가 접근 불가능한 중심부나 광물 안쪽 깊은 위치에는 생성하지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3773592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EBD9336-80F3-469F-980A-4AE50B529890}"/>
              </a:ext>
            </a:extLst>
          </p:cNvPr>
          <p:cNvSpPr>
            <a:spLocks noGrp="1"/>
          </p:cNvSpPr>
          <p:nvPr/>
        </p:nvSpPr>
        <p:spPr>
          <a:xfrm>
            <a:off x="95250" y="114300"/>
            <a:ext cx="85725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buNone/>
              <a:defRPr sz="2250" b="1">
                <a:solidFill>
                  <a:srgbClr val="1E2D4A"/>
                </a:solidFill>
              </a:defRPr>
            </a:pPr>
            <a:r>
              <a:rPr sz="2250" b="1">
                <a:solidFill>
                  <a:srgbClr val="1E2D4A"/>
                </a:solidFill>
              </a:rPr>
              <a:t>7. UI / UX 상태 정의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0EA4DB9-69A1-4AA3-82ED-2634EAADE1F6}"/>
              </a:ext>
            </a:extLst>
          </p:cNvPr>
          <p:cNvSpPr>
            <a:spLocks noGrp="1"/>
          </p:cNvSpPr>
          <p:nvPr/>
        </p:nvSpPr>
        <p:spPr>
          <a:xfrm>
            <a:off x="0" y="590550"/>
            <a:ext cx="12192000" cy="19050"/>
          </a:xfrm>
          <a:prstGeom prst="rect">
            <a:avLst/>
          </a:prstGeom>
          <a:solidFill>
            <a:srgbClr val="9EA5AE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376275B-1CED-4F66-B124-E2AC04A96139}"/>
              </a:ext>
            </a:extLst>
          </p:cNvPr>
          <p:cNvSpPr>
            <a:spLocks noGrp="1"/>
          </p:cNvSpPr>
          <p:nvPr/>
        </p:nvSpPr>
        <p:spPr>
          <a:xfrm>
            <a:off x="190500" y="828675"/>
            <a:ext cx="5619750" cy="3028950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B2569AB-5A3D-43D7-AADD-F96551A83352}"/>
              </a:ext>
            </a:extLst>
          </p:cNvPr>
          <p:cNvSpPr>
            <a:spLocks noGrp="1"/>
          </p:cNvSpPr>
          <p:nvPr/>
        </p:nvSpPr>
        <p:spPr>
          <a:xfrm>
            <a:off x="247650" y="2219325"/>
            <a:ext cx="55054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buNone/>
              <a:defRPr sz="1125" b="1">
                <a:solidFill>
                  <a:srgbClr val="202020"/>
                </a:solidFill>
              </a:defRPr>
            </a:pPr>
            <a:endParaRPr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C46653B-FCAC-4D85-970B-C77878CF7542}"/>
              </a:ext>
            </a:extLst>
          </p:cNvPr>
          <p:cNvSpPr>
            <a:spLocks noGrp="1"/>
          </p:cNvSpPr>
          <p:nvPr/>
        </p:nvSpPr>
        <p:spPr>
          <a:xfrm>
            <a:off x="6191250" y="914400"/>
            <a:ext cx="666750" cy="45720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sz="100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2D4A17E-E642-4FEF-B7F7-69A506F36F08}"/>
              </a:ext>
            </a:extLst>
          </p:cNvPr>
          <p:cNvSpPr>
            <a:spLocks noGrp="1"/>
          </p:cNvSpPr>
          <p:nvPr/>
        </p:nvSpPr>
        <p:spPr>
          <a:xfrm>
            <a:off x="6248400" y="952500"/>
            <a:ext cx="5524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No.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8BA629C-4CA5-4681-BDB1-61207A2BE3D6}"/>
              </a:ext>
            </a:extLst>
          </p:cNvPr>
          <p:cNvSpPr>
            <a:spLocks noGrp="1"/>
          </p:cNvSpPr>
          <p:nvPr/>
        </p:nvSpPr>
        <p:spPr>
          <a:xfrm>
            <a:off x="6858000" y="914400"/>
            <a:ext cx="1619250" cy="45720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sz="100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02DC6E9-B9A8-40DF-99CD-BBF0648DBED9}"/>
              </a:ext>
            </a:extLst>
          </p:cNvPr>
          <p:cNvSpPr>
            <a:spLocks noGrp="1"/>
          </p:cNvSpPr>
          <p:nvPr/>
        </p:nvSpPr>
        <p:spPr>
          <a:xfrm>
            <a:off x="6915150" y="952500"/>
            <a:ext cx="15049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요소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BE9B644-923B-4CFD-B0B9-FBD9964185B9}"/>
              </a:ext>
            </a:extLst>
          </p:cNvPr>
          <p:cNvSpPr>
            <a:spLocks noGrp="1"/>
          </p:cNvSpPr>
          <p:nvPr/>
        </p:nvSpPr>
        <p:spPr>
          <a:xfrm>
            <a:off x="8477250" y="914400"/>
            <a:ext cx="3429000" cy="45720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sz="100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33DF6EB-A688-4907-B389-B04EBE33409A}"/>
              </a:ext>
            </a:extLst>
          </p:cNvPr>
          <p:cNvSpPr>
            <a:spLocks noGrp="1"/>
          </p:cNvSpPr>
          <p:nvPr/>
        </p:nvSpPr>
        <p:spPr>
          <a:xfrm>
            <a:off x="8534400" y="952500"/>
            <a:ext cx="3314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설명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3039B5E-DF4D-46C0-A04C-3C175F5841CC}"/>
              </a:ext>
            </a:extLst>
          </p:cNvPr>
          <p:cNvSpPr>
            <a:spLocks noGrp="1"/>
          </p:cNvSpPr>
          <p:nvPr/>
        </p:nvSpPr>
        <p:spPr>
          <a:xfrm>
            <a:off x="6191250" y="1371600"/>
            <a:ext cx="66675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sz="100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3DCB9A9-82DC-4EC7-9233-1E8B9AEEEADB}"/>
              </a:ext>
            </a:extLst>
          </p:cNvPr>
          <p:cNvSpPr>
            <a:spLocks noGrp="1"/>
          </p:cNvSpPr>
          <p:nvPr/>
        </p:nvSpPr>
        <p:spPr>
          <a:xfrm>
            <a:off x="6248400" y="1409700"/>
            <a:ext cx="5524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1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75AD2F2-18AC-42E3-B3B8-0ACEA24AD39B}"/>
              </a:ext>
            </a:extLst>
          </p:cNvPr>
          <p:cNvSpPr>
            <a:spLocks noGrp="1"/>
          </p:cNvSpPr>
          <p:nvPr/>
        </p:nvSpPr>
        <p:spPr>
          <a:xfrm>
            <a:off x="6858000" y="1371600"/>
            <a:ext cx="161925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sz="100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63CAF48-873E-41E5-A627-120140D20C7C}"/>
              </a:ext>
            </a:extLst>
          </p:cNvPr>
          <p:cNvSpPr>
            <a:spLocks noGrp="1"/>
          </p:cNvSpPr>
          <p:nvPr/>
        </p:nvSpPr>
        <p:spPr>
          <a:xfrm>
            <a:off x="6915150" y="1409700"/>
            <a:ext cx="15049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광물 HP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BAF2B53-6483-4821-9914-CD7195D42F15}"/>
              </a:ext>
            </a:extLst>
          </p:cNvPr>
          <p:cNvSpPr>
            <a:spLocks noGrp="1"/>
          </p:cNvSpPr>
          <p:nvPr/>
        </p:nvSpPr>
        <p:spPr>
          <a:xfrm>
            <a:off x="8477250" y="1371600"/>
            <a:ext cx="342900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sz="100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9FB75E4-E6FC-4FFA-8228-37C09F727F99}"/>
              </a:ext>
            </a:extLst>
          </p:cNvPr>
          <p:cNvSpPr>
            <a:spLocks noGrp="1"/>
          </p:cNvSpPr>
          <p:nvPr/>
        </p:nvSpPr>
        <p:spPr>
          <a:xfrm>
            <a:off x="8534400" y="1409700"/>
            <a:ext cx="3314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광물 HP 텍스트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F67C779-A625-4990-8270-6DDC5E979AE2}"/>
              </a:ext>
            </a:extLst>
          </p:cNvPr>
          <p:cNvSpPr>
            <a:spLocks noGrp="1"/>
          </p:cNvSpPr>
          <p:nvPr/>
        </p:nvSpPr>
        <p:spPr>
          <a:xfrm>
            <a:off x="6191250" y="1828800"/>
            <a:ext cx="666750" cy="45720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sz="100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5A261FF-1066-4943-9EAD-827EE04E7DB3}"/>
              </a:ext>
            </a:extLst>
          </p:cNvPr>
          <p:cNvSpPr>
            <a:spLocks noGrp="1"/>
          </p:cNvSpPr>
          <p:nvPr/>
        </p:nvSpPr>
        <p:spPr>
          <a:xfrm>
            <a:off x="6248400" y="1866900"/>
            <a:ext cx="5524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2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F696AAF-B671-4140-8EE1-0C289C212C4E}"/>
              </a:ext>
            </a:extLst>
          </p:cNvPr>
          <p:cNvSpPr>
            <a:spLocks noGrp="1"/>
          </p:cNvSpPr>
          <p:nvPr/>
        </p:nvSpPr>
        <p:spPr>
          <a:xfrm>
            <a:off x="6858000" y="1828800"/>
            <a:ext cx="1619250" cy="45720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sz="100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74112E9-AD19-49E3-A0DE-A82D1C995F53}"/>
              </a:ext>
            </a:extLst>
          </p:cNvPr>
          <p:cNvSpPr>
            <a:spLocks noGrp="1"/>
          </p:cNvSpPr>
          <p:nvPr/>
        </p:nvSpPr>
        <p:spPr>
          <a:xfrm>
            <a:off x="6915150" y="1866900"/>
            <a:ext cx="15049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약점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1DF5593-AC9D-4698-A154-D9AD0E9DBDA3}"/>
              </a:ext>
            </a:extLst>
          </p:cNvPr>
          <p:cNvSpPr>
            <a:spLocks noGrp="1"/>
          </p:cNvSpPr>
          <p:nvPr/>
        </p:nvSpPr>
        <p:spPr>
          <a:xfrm>
            <a:off x="8477250" y="1828800"/>
            <a:ext cx="3429000" cy="45720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sz="100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9141D3B-F60E-422B-8466-30B5066E8ABC}"/>
              </a:ext>
            </a:extLst>
          </p:cNvPr>
          <p:cNvSpPr>
            <a:spLocks noGrp="1"/>
          </p:cNvSpPr>
          <p:nvPr/>
        </p:nvSpPr>
        <p:spPr>
          <a:xfrm>
            <a:off x="8534400" y="1866900"/>
            <a:ext cx="3314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lang="ko-KR" altLang="en-US" sz="1000" dirty="0">
                <a:solidFill>
                  <a:srgbClr val="202020"/>
                </a:solidFill>
              </a:rPr>
              <a:t>약점 노출 </a:t>
            </a:r>
            <a:r>
              <a:rPr sz="1000" b="0" dirty="0" err="1">
                <a:solidFill>
                  <a:srgbClr val="202020"/>
                </a:solidFill>
              </a:rPr>
              <a:t>조건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충족</a:t>
            </a:r>
            <a:r>
              <a:rPr sz="1000" b="0" dirty="0">
                <a:solidFill>
                  <a:srgbClr val="202020"/>
                </a:solidFill>
              </a:rPr>
              <a:t> 시 </a:t>
            </a:r>
            <a:r>
              <a:rPr sz="1000" b="0" dirty="0" err="1">
                <a:solidFill>
                  <a:srgbClr val="202020"/>
                </a:solidFill>
              </a:rPr>
              <a:t>등장하며</a:t>
            </a:r>
            <a:r>
              <a:rPr sz="1000" b="0" dirty="0">
                <a:solidFill>
                  <a:srgbClr val="202020"/>
                </a:solidFill>
              </a:rPr>
              <a:t>, </a:t>
            </a:r>
            <a:endParaRPr lang="en-US" sz="1000" b="0" dirty="0">
              <a:solidFill>
                <a:srgbClr val="202020"/>
              </a:solidFill>
            </a:endParaRPr>
          </a:p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 dirty="0" err="1">
                <a:solidFill>
                  <a:srgbClr val="202020"/>
                </a:solidFill>
              </a:rPr>
              <a:t>해당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부위를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타격하면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브레이크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조건이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누적된다</a:t>
            </a:r>
            <a:r>
              <a:rPr sz="1000" b="0" dirty="0">
                <a:solidFill>
                  <a:srgbClr val="202020"/>
                </a:solidFill>
              </a:rPr>
              <a:t>.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7939B69-4572-4FDD-92C8-EB06B6984AA1}"/>
              </a:ext>
            </a:extLst>
          </p:cNvPr>
          <p:cNvSpPr>
            <a:spLocks noGrp="1"/>
          </p:cNvSpPr>
          <p:nvPr/>
        </p:nvSpPr>
        <p:spPr>
          <a:xfrm>
            <a:off x="6191250" y="2733672"/>
            <a:ext cx="66675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sz="100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1AC2F6C0-8D87-440F-A0C1-445B8B744669}"/>
              </a:ext>
            </a:extLst>
          </p:cNvPr>
          <p:cNvSpPr>
            <a:spLocks noGrp="1"/>
          </p:cNvSpPr>
          <p:nvPr/>
        </p:nvSpPr>
        <p:spPr>
          <a:xfrm>
            <a:off x="6248400" y="2771772"/>
            <a:ext cx="5524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3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3B375FC-4B1C-49EE-A15C-14B283AA1869}"/>
              </a:ext>
            </a:extLst>
          </p:cNvPr>
          <p:cNvSpPr>
            <a:spLocks noGrp="1"/>
          </p:cNvSpPr>
          <p:nvPr/>
        </p:nvSpPr>
        <p:spPr>
          <a:xfrm>
            <a:off x="6858000" y="2733672"/>
            <a:ext cx="161925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sz="100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B913540-0DB2-4E2C-9E65-F38F9C8240D1}"/>
              </a:ext>
            </a:extLst>
          </p:cNvPr>
          <p:cNvSpPr>
            <a:spLocks noGrp="1"/>
          </p:cNvSpPr>
          <p:nvPr/>
        </p:nvSpPr>
        <p:spPr>
          <a:xfrm>
            <a:off x="6915150" y="2771772"/>
            <a:ext cx="15049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브레이크 외곽선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A8B198B-B460-405C-8FA0-0D716E59ECAB}"/>
              </a:ext>
            </a:extLst>
          </p:cNvPr>
          <p:cNvSpPr>
            <a:spLocks noGrp="1"/>
          </p:cNvSpPr>
          <p:nvPr/>
        </p:nvSpPr>
        <p:spPr>
          <a:xfrm>
            <a:off x="8477250" y="2733672"/>
            <a:ext cx="342900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sz="100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B54E32F7-FF5D-4A79-A1E1-5D15200B44A8}"/>
              </a:ext>
            </a:extLst>
          </p:cNvPr>
          <p:cNvSpPr>
            <a:spLocks noGrp="1"/>
          </p:cNvSpPr>
          <p:nvPr/>
        </p:nvSpPr>
        <p:spPr>
          <a:xfrm>
            <a:off x="8534400" y="2771772"/>
            <a:ext cx="3314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 dirty="0" err="1">
                <a:solidFill>
                  <a:srgbClr val="202020"/>
                </a:solidFill>
              </a:rPr>
              <a:t>브레이크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상태</a:t>
            </a:r>
            <a:r>
              <a:rPr lang="ko-KR" altLang="en-US" sz="1000" b="0" dirty="0">
                <a:solidFill>
                  <a:srgbClr val="202020"/>
                </a:solidFill>
              </a:rPr>
              <a:t>가 되면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남은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시간을</a:t>
            </a:r>
            <a:endParaRPr sz="1000" b="0" dirty="0">
              <a:solidFill>
                <a:srgbClr val="202020"/>
              </a:solidFill>
            </a:endParaRPr>
          </a:p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 dirty="0" err="1">
                <a:solidFill>
                  <a:srgbClr val="202020"/>
                </a:solidFill>
              </a:rPr>
              <a:t>외곽선이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확산</a:t>
            </a:r>
            <a:r>
              <a:rPr sz="1000" b="0" dirty="0">
                <a:solidFill>
                  <a:srgbClr val="202020"/>
                </a:solidFill>
              </a:rPr>
              <a:t> 후 </a:t>
            </a:r>
            <a:r>
              <a:rPr sz="1000" b="0" dirty="0" err="1">
                <a:solidFill>
                  <a:srgbClr val="202020"/>
                </a:solidFill>
              </a:rPr>
              <a:t>좁혀지는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연출로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안내한다</a:t>
            </a:r>
            <a:r>
              <a:rPr sz="1000" b="0" dirty="0">
                <a:solidFill>
                  <a:srgbClr val="202020"/>
                </a:solidFill>
              </a:rPr>
              <a:t>.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01691DE1-3F6F-47BB-9DD5-9DCF2D43BF24}"/>
              </a:ext>
            </a:extLst>
          </p:cNvPr>
          <p:cNvSpPr>
            <a:spLocks noGrp="1"/>
          </p:cNvSpPr>
          <p:nvPr/>
        </p:nvSpPr>
        <p:spPr>
          <a:xfrm>
            <a:off x="6191250" y="2276475"/>
            <a:ext cx="666750" cy="45720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sz="100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92E2F689-BB22-4BF5-A00D-234CB23DE8A6}"/>
              </a:ext>
            </a:extLst>
          </p:cNvPr>
          <p:cNvSpPr>
            <a:spLocks noGrp="1"/>
          </p:cNvSpPr>
          <p:nvPr/>
        </p:nvSpPr>
        <p:spPr>
          <a:xfrm>
            <a:off x="6248400" y="2314575"/>
            <a:ext cx="5524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lang="en-US" sz="1000" dirty="0"/>
              <a:t>2</a:t>
            </a:r>
            <a:endParaRPr sz="1000" dirty="0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E0F86DEF-123A-4C20-8491-8AA607C5E11C}"/>
              </a:ext>
            </a:extLst>
          </p:cNvPr>
          <p:cNvSpPr>
            <a:spLocks noGrp="1"/>
          </p:cNvSpPr>
          <p:nvPr/>
        </p:nvSpPr>
        <p:spPr>
          <a:xfrm>
            <a:off x="6858000" y="2276475"/>
            <a:ext cx="1619250" cy="45720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sz="1000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004CEFC-A437-4537-AA10-CCD568353C4F}"/>
              </a:ext>
            </a:extLst>
          </p:cNvPr>
          <p:cNvSpPr>
            <a:spLocks noGrp="1"/>
          </p:cNvSpPr>
          <p:nvPr/>
        </p:nvSpPr>
        <p:spPr>
          <a:xfrm>
            <a:off x="6915150" y="2314575"/>
            <a:ext cx="15049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약점 피격 피드백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E53F885-E6F0-430B-B783-D49151895943}"/>
              </a:ext>
            </a:extLst>
          </p:cNvPr>
          <p:cNvSpPr>
            <a:spLocks noGrp="1"/>
          </p:cNvSpPr>
          <p:nvPr/>
        </p:nvSpPr>
        <p:spPr>
          <a:xfrm>
            <a:off x="8477250" y="2276475"/>
            <a:ext cx="3429000" cy="45720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sz="1000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5F396D85-4F71-430C-A1AA-E064A70A67D4}"/>
              </a:ext>
            </a:extLst>
          </p:cNvPr>
          <p:cNvSpPr>
            <a:spLocks noGrp="1"/>
          </p:cNvSpPr>
          <p:nvPr/>
        </p:nvSpPr>
        <p:spPr>
          <a:xfrm>
            <a:off x="8534400" y="2314575"/>
            <a:ext cx="3314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 dirty="0" err="1">
                <a:solidFill>
                  <a:srgbClr val="202020"/>
                </a:solidFill>
              </a:rPr>
              <a:t>약점</a:t>
            </a:r>
            <a:r>
              <a:rPr lang="ko-KR" altLang="en-US" sz="1000" dirty="0">
                <a:solidFill>
                  <a:srgbClr val="202020"/>
                </a:solidFill>
              </a:rPr>
              <a:t>을 </a:t>
            </a:r>
            <a:r>
              <a:rPr sz="1000" b="0" dirty="0" err="1">
                <a:solidFill>
                  <a:srgbClr val="202020"/>
                </a:solidFill>
              </a:rPr>
              <a:t>타격</a:t>
            </a:r>
            <a:r>
              <a:rPr lang="ko-KR" altLang="en-US" sz="1000" dirty="0">
                <a:solidFill>
                  <a:srgbClr val="202020"/>
                </a:solidFill>
              </a:rPr>
              <a:t>하면 피격 피드백으로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명중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여부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전달</a:t>
            </a:r>
            <a:endParaRPr sz="1000" b="0" dirty="0">
              <a:solidFill>
                <a:srgbClr val="202020"/>
              </a:solidFill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768704F5-6826-46E2-9A64-A2662C7B6625}"/>
              </a:ext>
            </a:extLst>
          </p:cNvPr>
          <p:cNvSpPr>
            <a:spLocks noGrp="1"/>
          </p:cNvSpPr>
          <p:nvPr/>
        </p:nvSpPr>
        <p:spPr>
          <a:xfrm>
            <a:off x="190500" y="4095750"/>
            <a:ext cx="1123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buNone/>
              <a:defRPr sz="1350" b="1">
                <a:solidFill>
                  <a:srgbClr val="202020"/>
                </a:solidFill>
              </a:defRPr>
            </a:pPr>
            <a:r>
              <a:rPr sz="1200" b="1">
                <a:solidFill>
                  <a:srgbClr val="202020"/>
                </a:solidFill>
              </a:rPr>
              <a:t>7.1. UX 기준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F033CDFD-A499-448B-A1E7-F844A2F6770A}"/>
              </a:ext>
            </a:extLst>
          </p:cNvPr>
          <p:cNvSpPr>
            <a:spLocks noGrp="1"/>
          </p:cNvSpPr>
          <p:nvPr/>
        </p:nvSpPr>
        <p:spPr>
          <a:xfrm>
            <a:off x="190500" y="4438650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buNone/>
              <a:defRPr sz="1275" b="0">
                <a:solidFill>
                  <a:srgbClr val="202020"/>
                </a:solidFill>
              </a:defRPr>
            </a:pPr>
            <a:r>
              <a:rPr sz="1200" b="0">
                <a:solidFill>
                  <a:srgbClr val="202020"/>
                </a:solidFill>
              </a:rPr>
              <a:t>- 약점이 등장했는지, 약점을 맞췄는지, 브레이크 상태인지 각각 다른 피드백으로 구분한다.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FC775B43-7F99-423B-9886-AB611178252F}"/>
              </a:ext>
            </a:extLst>
          </p:cNvPr>
          <p:cNvSpPr>
            <a:spLocks noGrp="1"/>
          </p:cNvSpPr>
          <p:nvPr/>
        </p:nvSpPr>
        <p:spPr>
          <a:xfrm>
            <a:off x="190500" y="4714875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buNone/>
              <a:defRPr sz="1275" b="0">
                <a:solidFill>
                  <a:srgbClr val="202020"/>
                </a:solidFill>
              </a:defRPr>
            </a:pPr>
            <a:r>
              <a:rPr sz="1200" b="0">
                <a:solidFill>
                  <a:srgbClr val="202020"/>
                </a:solidFill>
              </a:rPr>
              <a:t>- 브레이크 남은 시간은 광물 외곽선 연출로 표현한다.</a:t>
            </a:r>
          </a:p>
        </p:txBody>
      </p:sp>
      <p:pic>
        <p:nvPicPr>
          <p:cNvPr id="45" name="그림 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1038" y="851535"/>
            <a:ext cx="2334038" cy="2990850"/>
          </a:xfrm>
          <a:prstGeom prst="rect">
            <a:avLst/>
          </a:prstGeom>
        </p:spPr>
      </p:pic>
      <p:sp>
        <p:nvSpPr>
          <p:cNvPr id="46" name="타원 45">
            <a:extLst>
              <a:ext uri="{FF2B5EF4-FFF2-40B4-BE49-F238E27FC236}">
                <a16:creationId xmlns:a16="http://schemas.microsoft.com/office/drawing/2014/main" id="{A9E7128D-FA7F-1AA5-F9CE-EB4439C1350D}"/>
              </a:ext>
            </a:extLst>
          </p:cNvPr>
          <p:cNvSpPr>
            <a:spLocks noGrp="1"/>
          </p:cNvSpPr>
          <p:nvPr/>
        </p:nvSpPr>
        <p:spPr>
          <a:xfrm>
            <a:off x="2007457" y="1927860"/>
            <a:ext cx="314325" cy="314325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lang="en-US" sz="2400" dirty="0">
                <a:solidFill>
                  <a:schemeClr val="bg1"/>
                </a:solidFill>
              </a:rPr>
              <a:t>1</a:t>
            </a:r>
            <a:endParaRPr sz="2400" dirty="0">
              <a:solidFill>
                <a:schemeClr val="bg1"/>
              </a:solidFill>
            </a:endParaRPr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A5CE1E50-5AD1-491B-9122-F56A7962FA37}"/>
              </a:ext>
            </a:extLst>
          </p:cNvPr>
          <p:cNvSpPr>
            <a:spLocks noGrp="1"/>
          </p:cNvSpPr>
          <p:nvPr/>
        </p:nvSpPr>
        <p:spPr>
          <a:xfrm>
            <a:off x="2614528" y="2876549"/>
            <a:ext cx="914400" cy="914400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42560B69-FA9A-46F7-A5FA-59B8B0559FF6}"/>
              </a:ext>
            </a:extLst>
          </p:cNvPr>
          <p:cNvSpPr>
            <a:spLocks noGrp="1"/>
          </p:cNvSpPr>
          <p:nvPr/>
        </p:nvSpPr>
        <p:spPr>
          <a:xfrm>
            <a:off x="2776452" y="3019423"/>
            <a:ext cx="619125" cy="619125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5C398C59-4EBC-4CA0-3D84-5A4B937DAC2E}"/>
              </a:ext>
            </a:extLst>
          </p:cNvPr>
          <p:cNvSpPr>
            <a:spLocks noGrp="1"/>
          </p:cNvSpPr>
          <p:nvPr/>
        </p:nvSpPr>
        <p:spPr>
          <a:xfrm>
            <a:off x="2914565" y="3171822"/>
            <a:ext cx="314325" cy="31432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7FA6B0D0-CB61-6E08-B5DF-062E6D768B7D}"/>
              </a:ext>
            </a:extLst>
          </p:cNvPr>
          <p:cNvSpPr>
            <a:spLocks noGrp="1"/>
          </p:cNvSpPr>
          <p:nvPr/>
        </p:nvSpPr>
        <p:spPr>
          <a:xfrm>
            <a:off x="2321780" y="2775585"/>
            <a:ext cx="314325" cy="314325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lang="en-US" dirty="0"/>
              <a:t>2</a:t>
            </a:r>
            <a:endParaRPr dirty="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87F8C4AD-27BC-BEEF-E842-5B6C99A5866E}"/>
              </a:ext>
            </a:extLst>
          </p:cNvPr>
          <p:cNvSpPr>
            <a:spLocks noGrp="1"/>
          </p:cNvSpPr>
          <p:nvPr/>
        </p:nvSpPr>
        <p:spPr>
          <a:xfrm>
            <a:off x="3608316" y="1291901"/>
            <a:ext cx="314325" cy="314325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lang="en-US" dirty="0"/>
              <a:t>3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188566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lide Number Placeholder 5">
            <a:extLst>
              <a:ext uri="{FF2B5EF4-FFF2-40B4-BE49-F238E27FC236}">
                <a16:creationId xmlns:a16="http://schemas.microsoft.com/office/drawing/2014/main" id="{0C2FDC39-5A87-49BE-B604-ECDB383621D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pPr algn="l">
              <a:buNone/>
            </a:pPr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00B2338-7F6C-4DE5-B499-7F6FFF3097A2}"/>
              </a:ext>
            </a:extLst>
          </p:cNvPr>
          <p:cNvSpPr>
            <a:spLocks noGrp="1"/>
          </p:cNvSpPr>
          <p:nvPr/>
        </p:nvSpPr>
        <p:spPr>
          <a:xfrm>
            <a:off x="95250" y="114300"/>
            <a:ext cx="85725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buNone/>
              <a:defRPr sz="2250" b="1">
                <a:solidFill>
                  <a:srgbClr val="1E2D4A"/>
                </a:solidFill>
              </a:defRPr>
            </a:pPr>
            <a:r>
              <a:rPr sz="2250" b="1">
                <a:solidFill>
                  <a:srgbClr val="1E2D4A"/>
                </a:solidFill>
              </a:rPr>
              <a:t>8. 피드백 / 연출 규칙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EBBD9ED-7DA9-40A6-84A1-D2DD80870318}"/>
              </a:ext>
            </a:extLst>
          </p:cNvPr>
          <p:cNvSpPr>
            <a:spLocks noGrp="1"/>
          </p:cNvSpPr>
          <p:nvPr/>
        </p:nvSpPr>
        <p:spPr>
          <a:xfrm>
            <a:off x="0" y="590550"/>
            <a:ext cx="12192000" cy="19050"/>
          </a:xfrm>
          <a:prstGeom prst="rect">
            <a:avLst/>
          </a:prstGeom>
          <a:solidFill>
            <a:srgbClr val="9EA5AE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586F3F7-A251-427E-AEF6-4325776EB2F9}"/>
              </a:ext>
            </a:extLst>
          </p:cNvPr>
          <p:cNvSpPr>
            <a:spLocks noGrp="1"/>
          </p:cNvSpPr>
          <p:nvPr/>
        </p:nvSpPr>
        <p:spPr>
          <a:xfrm>
            <a:off x="190500" y="914400"/>
            <a:ext cx="2000250" cy="5524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E3ECF31-67A1-4B89-BCE0-D6F9C7476A10}"/>
              </a:ext>
            </a:extLst>
          </p:cNvPr>
          <p:cNvSpPr>
            <a:spLocks noGrp="1"/>
          </p:cNvSpPr>
          <p:nvPr/>
        </p:nvSpPr>
        <p:spPr>
          <a:xfrm>
            <a:off x="247650" y="952500"/>
            <a:ext cx="1885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연출 타이밍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962509E-1F2A-4B2F-A493-721B4E3E81F6}"/>
              </a:ext>
            </a:extLst>
          </p:cNvPr>
          <p:cNvSpPr>
            <a:spLocks noGrp="1"/>
          </p:cNvSpPr>
          <p:nvPr/>
        </p:nvSpPr>
        <p:spPr>
          <a:xfrm>
            <a:off x="2190750" y="914400"/>
            <a:ext cx="3143250" cy="5524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DA20481-4428-4438-ACB9-925937318C39}"/>
              </a:ext>
            </a:extLst>
          </p:cNvPr>
          <p:cNvSpPr>
            <a:spLocks noGrp="1"/>
          </p:cNvSpPr>
          <p:nvPr/>
        </p:nvSpPr>
        <p:spPr>
          <a:xfrm>
            <a:off x="2247900" y="952500"/>
            <a:ext cx="3028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발생 조건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67A24EE-6484-4C22-B672-1F7A3EAC27EA}"/>
              </a:ext>
            </a:extLst>
          </p:cNvPr>
          <p:cNvSpPr>
            <a:spLocks noGrp="1"/>
          </p:cNvSpPr>
          <p:nvPr/>
        </p:nvSpPr>
        <p:spPr>
          <a:xfrm>
            <a:off x="5334000" y="914400"/>
            <a:ext cx="6286500" cy="5524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FE90573-E3D1-40E1-9E28-59480389D712}"/>
              </a:ext>
            </a:extLst>
          </p:cNvPr>
          <p:cNvSpPr>
            <a:spLocks noGrp="1"/>
          </p:cNvSpPr>
          <p:nvPr/>
        </p:nvSpPr>
        <p:spPr>
          <a:xfrm>
            <a:off x="5391150" y="952500"/>
            <a:ext cx="61722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연출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B9CFEF2-3F41-49E6-B7D1-1894C8E43AC9}"/>
              </a:ext>
            </a:extLst>
          </p:cNvPr>
          <p:cNvSpPr>
            <a:spLocks noGrp="1"/>
          </p:cNvSpPr>
          <p:nvPr/>
        </p:nvSpPr>
        <p:spPr>
          <a:xfrm>
            <a:off x="190500" y="1466850"/>
            <a:ext cx="20002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4E41601-D039-4264-80C1-DD86F40E95E8}"/>
              </a:ext>
            </a:extLst>
          </p:cNvPr>
          <p:cNvSpPr>
            <a:spLocks noGrp="1"/>
          </p:cNvSpPr>
          <p:nvPr/>
        </p:nvSpPr>
        <p:spPr>
          <a:xfrm>
            <a:off x="247650" y="1504950"/>
            <a:ext cx="1885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광물 피격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D3FF6BE-D6E3-4EAF-A1FC-84D4F255F457}"/>
              </a:ext>
            </a:extLst>
          </p:cNvPr>
          <p:cNvSpPr>
            <a:spLocks noGrp="1"/>
          </p:cNvSpPr>
          <p:nvPr/>
        </p:nvSpPr>
        <p:spPr>
          <a:xfrm>
            <a:off x="2190750" y="1466850"/>
            <a:ext cx="31432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DB7D984-1F03-4BA2-909E-24AEEB73A020}"/>
              </a:ext>
            </a:extLst>
          </p:cNvPr>
          <p:cNvSpPr>
            <a:spLocks noGrp="1"/>
          </p:cNvSpPr>
          <p:nvPr/>
        </p:nvSpPr>
        <p:spPr>
          <a:xfrm>
            <a:off x="2247900" y="1504950"/>
            <a:ext cx="3028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곡괭이가 광물에 접촉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600F560-C242-4D23-9B4E-97329E81C83E}"/>
              </a:ext>
            </a:extLst>
          </p:cNvPr>
          <p:cNvSpPr>
            <a:spLocks noGrp="1"/>
          </p:cNvSpPr>
          <p:nvPr/>
        </p:nvSpPr>
        <p:spPr>
          <a:xfrm>
            <a:off x="5334000" y="1466850"/>
            <a:ext cx="628650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A1DDE8F-D9D3-4B51-9031-9848E87D19EA}"/>
              </a:ext>
            </a:extLst>
          </p:cNvPr>
          <p:cNvSpPr>
            <a:spLocks noGrp="1"/>
          </p:cNvSpPr>
          <p:nvPr/>
        </p:nvSpPr>
        <p:spPr>
          <a:xfrm>
            <a:off x="5391150" y="1504950"/>
            <a:ext cx="61722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기존 연출 사용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1E52D91-FD83-45B4-AB20-6E46AA36783C}"/>
              </a:ext>
            </a:extLst>
          </p:cNvPr>
          <p:cNvSpPr>
            <a:spLocks noGrp="1"/>
          </p:cNvSpPr>
          <p:nvPr/>
        </p:nvSpPr>
        <p:spPr>
          <a:xfrm>
            <a:off x="190500" y="2019300"/>
            <a:ext cx="2000250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4F5A051-0FC5-489D-B76C-F43F24F1105A}"/>
              </a:ext>
            </a:extLst>
          </p:cNvPr>
          <p:cNvSpPr>
            <a:spLocks noGrp="1"/>
          </p:cNvSpPr>
          <p:nvPr/>
        </p:nvSpPr>
        <p:spPr>
          <a:xfrm>
            <a:off x="247650" y="2057400"/>
            <a:ext cx="1885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약점 피격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AC65E30-B4A9-4084-8237-644A3955E3A9}"/>
              </a:ext>
            </a:extLst>
          </p:cNvPr>
          <p:cNvSpPr>
            <a:spLocks noGrp="1"/>
          </p:cNvSpPr>
          <p:nvPr/>
        </p:nvSpPr>
        <p:spPr>
          <a:xfrm>
            <a:off x="2190750" y="2019300"/>
            <a:ext cx="3143250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898CC73-0F5B-459D-B2C0-4D3966909ACC}"/>
              </a:ext>
            </a:extLst>
          </p:cNvPr>
          <p:cNvSpPr>
            <a:spLocks noGrp="1"/>
          </p:cNvSpPr>
          <p:nvPr/>
        </p:nvSpPr>
        <p:spPr>
          <a:xfrm>
            <a:off x="2247900" y="2057400"/>
            <a:ext cx="3028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곡괭이가 약점에 접촉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AA41BF9-6F05-4F22-8864-9F5B6F8B7459}"/>
              </a:ext>
            </a:extLst>
          </p:cNvPr>
          <p:cNvSpPr>
            <a:spLocks noGrp="1"/>
          </p:cNvSpPr>
          <p:nvPr/>
        </p:nvSpPr>
        <p:spPr>
          <a:xfrm>
            <a:off x="5334000" y="2019300"/>
            <a:ext cx="6286500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25C252E-2676-4B86-9455-8B771430BBCB}"/>
              </a:ext>
            </a:extLst>
          </p:cNvPr>
          <p:cNvSpPr>
            <a:spLocks noGrp="1"/>
          </p:cNvSpPr>
          <p:nvPr/>
        </p:nvSpPr>
        <p:spPr>
          <a:xfrm>
            <a:off x="5391150" y="2057400"/>
            <a:ext cx="61722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피격 시마다 약점이 반응하고 크기 증가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83D7C1F-8D24-4517-83EB-3F400D9594FE}"/>
              </a:ext>
            </a:extLst>
          </p:cNvPr>
          <p:cNvSpPr>
            <a:spLocks noGrp="1"/>
          </p:cNvSpPr>
          <p:nvPr/>
        </p:nvSpPr>
        <p:spPr>
          <a:xfrm>
            <a:off x="190500" y="2571750"/>
            <a:ext cx="20002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A712FDF-A497-429F-9D9F-63CF8824EF42}"/>
              </a:ext>
            </a:extLst>
          </p:cNvPr>
          <p:cNvSpPr>
            <a:spLocks noGrp="1"/>
          </p:cNvSpPr>
          <p:nvPr/>
        </p:nvSpPr>
        <p:spPr>
          <a:xfrm>
            <a:off x="247650" y="2609850"/>
            <a:ext cx="1885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브레이크 진입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01081C2-A756-4553-8F84-88CE4A10DAB1}"/>
              </a:ext>
            </a:extLst>
          </p:cNvPr>
          <p:cNvSpPr>
            <a:spLocks noGrp="1"/>
          </p:cNvSpPr>
          <p:nvPr/>
        </p:nvSpPr>
        <p:spPr>
          <a:xfrm>
            <a:off x="2190750" y="2571750"/>
            <a:ext cx="31432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3A7F845-07E4-4D23-A9C5-0A50EF194B85}"/>
              </a:ext>
            </a:extLst>
          </p:cNvPr>
          <p:cNvSpPr>
            <a:spLocks noGrp="1"/>
          </p:cNvSpPr>
          <p:nvPr/>
        </p:nvSpPr>
        <p:spPr>
          <a:xfrm>
            <a:off x="2247900" y="2609850"/>
            <a:ext cx="3028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 dirty="0" err="1">
                <a:solidFill>
                  <a:srgbClr val="202020"/>
                </a:solidFill>
              </a:rPr>
              <a:t>약점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타격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lang="en-US" sz="1000" b="0" dirty="0">
                <a:solidFill>
                  <a:srgbClr val="202020"/>
                </a:solidFill>
              </a:rPr>
              <a:t>120</a:t>
            </a:r>
            <a:r>
              <a:rPr sz="1000" b="0" dirty="0">
                <a:solidFill>
                  <a:srgbClr val="202020"/>
                </a:solidFill>
              </a:rPr>
              <a:t>회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41712E4-CF0B-4A44-BB60-AA1C0C5B5710}"/>
              </a:ext>
            </a:extLst>
          </p:cNvPr>
          <p:cNvSpPr>
            <a:spLocks noGrp="1"/>
          </p:cNvSpPr>
          <p:nvPr/>
        </p:nvSpPr>
        <p:spPr>
          <a:xfrm>
            <a:off x="5334000" y="2571750"/>
            <a:ext cx="628650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C04114CD-6019-4AFA-B6D9-0367CD96E7CB}"/>
              </a:ext>
            </a:extLst>
          </p:cNvPr>
          <p:cNvSpPr>
            <a:spLocks noGrp="1"/>
          </p:cNvSpPr>
          <p:nvPr/>
        </p:nvSpPr>
        <p:spPr>
          <a:xfrm>
            <a:off x="5391150" y="2609850"/>
            <a:ext cx="61722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lang="ko-KR" altLang="en-US" sz="1000" dirty="0">
                <a:solidFill>
                  <a:srgbClr val="202020"/>
                </a:solidFill>
              </a:rPr>
              <a:t>약점 숨김 </a:t>
            </a:r>
            <a:r>
              <a:rPr lang="en-US" altLang="ko-KR" sz="1000" dirty="0">
                <a:solidFill>
                  <a:srgbClr val="202020"/>
                </a:solidFill>
              </a:rPr>
              <a:t>/ </a:t>
            </a:r>
            <a:r>
              <a:rPr sz="1000" b="0" dirty="0" err="1">
                <a:solidFill>
                  <a:srgbClr val="202020"/>
                </a:solidFill>
              </a:rPr>
              <a:t>광물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외곽선과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동일한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형태의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라인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확산</a:t>
            </a:r>
            <a:endParaRPr sz="1000" b="0" dirty="0">
              <a:solidFill>
                <a:srgbClr val="202020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2109D5E-A148-45FA-B36B-F5403321188A}"/>
              </a:ext>
            </a:extLst>
          </p:cNvPr>
          <p:cNvSpPr>
            <a:spLocks noGrp="1"/>
          </p:cNvSpPr>
          <p:nvPr/>
        </p:nvSpPr>
        <p:spPr>
          <a:xfrm>
            <a:off x="190500" y="3124200"/>
            <a:ext cx="2000250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F12748A9-4362-4DAB-88FC-D03FA9308020}"/>
              </a:ext>
            </a:extLst>
          </p:cNvPr>
          <p:cNvSpPr>
            <a:spLocks noGrp="1"/>
          </p:cNvSpPr>
          <p:nvPr/>
        </p:nvSpPr>
        <p:spPr>
          <a:xfrm>
            <a:off x="247650" y="3162300"/>
            <a:ext cx="1885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브레이크 잔여 시간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FA8EE654-1DC5-4B4C-AF49-43118E39892F}"/>
              </a:ext>
            </a:extLst>
          </p:cNvPr>
          <p:cNvSpPr>
            <a:spLocks noGrp="1"/>
          </p:cNvSpPr>
          <p:nvPr/>
        </p:nvSpPr>
        <p:spPr>
          <a:xfrm>
            <a:off x="2190750" y="3124200"/>
            <a:ext cx="3143250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332F1AAF-2624-4EAD-8732-257FB5971D65}"/>
              </a:ext>
            </a:extLst>
          </p:cNvPr>
          <p:cNvSpPr>
            <a:spLocks noGrp="1"/>
          </p:cNvSpPr>
          <p:nvPr/>
        </p:nvSpPr>
        <p:spPr>
          <a:xfrm>
            <a:off x="2247900" y="3162300"/>
            <a:ext cx="3028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브레이크 유지 중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94411FD-CBB4-4A83-801A-676C8F66AB87}"/>
              </a:ext>
            </a:extLst>
          </p:cNvPr>
          <p:cNvSpPr>
            <a:spLocks noGrp="1"/>
          </p:cNvSpPr>
          <p:nvPr/>
        </p:nvSpPr>
        <p:spPr>
          <a:xfrm>
            <a:off x="5334000" y="3124200"/>
            <a:ext cx="6286500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F36DEA46-6203-4400-AA23-96BDB086AD25}"/>
              </a:ext>
            </a:extLst>
          </p:cNvPr>
          <p:cNvSpPr>
            <a:spLocks noGrp="1"/>
          </p:cNvSpPr>
          <p:nvPr/>
        </p:nvSpPr>
        <p:spPr>
          <a:xfrm>
            <a:off x="5391150" y="3162300"/>
            <a:ext cx="61722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lang="ko-KR" altLang="en-US" sz="1000" dirty="0">
                <a:solidFill>
                  <a:srgbClr val="202020"/>
                </a:solidFill>
              </a:rPr>
              <a:t>남은 시간동안 </a:t>
            </a:r>
            <a:r>
              <a:rPr sz="1000" b="0" dirty="0" err="1">
                <a:solidFill>
                  <a:srgbClr val="202020"/>
                </a:solidFill>
              </a:rPr>
              <a:t>확산된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외곽선이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서서히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광물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테두리로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복귀</a:t>
            </a:r>
            <a:endParaRPr sz="1000" b="0" dirty="0">
              <a:solidFill>
                <a:srgbClr val="202020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7C8B10C5-C414-44A5-A84A-8DA89A4015BF}"/>
              </a:ext>
            </a:extLst>
          </p:cNvPr>
          <p:cNvSpPr>
            <a:spLocks noGrp="1"/>
          </p:cNvSpPr>
          <p:nvPr/>
        </p:nvSpPr>
        <p:spPr>
          <a:xfrm>
            <a:off x="190500" y="3676650"/>
            <a:ext cx="20002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2451BD92-6CB7-4612-B12C-C1BB23D84AC2}"/>
              </a:ext>
            </a:extLst>
          </p:cNvPr>
          <p:cNvSpPr>
            <a:spLocks noGrp="1"/>
          </p:cNvSpPr>
          <p:nvPr/>
        </p:nvSpPr>
        <p:spPr>
          <a:xfrm>
            <a:off x="247650" y="3714750"/>
            <a:ext cx="1885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브레이크 종료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0196C5D-556C-4FAC-A7A9-F7227FA2FDF1}"/>
              </a:ext>
            </a:extLst>
          </p:cNvPr>
          <p:cNvSpPr>
            <a:spLocks noGrp="1"/>
          </p:cNvSpPr>
          <p:nvPr/>
        </p:nvSpPr>
        <p:spPr>
          <a:xfrm>
            <a:off x="2190750" y="3676650"/>
            <a:ext cx="31432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FC07D7AA-C58B-4E9E-A283-97EF394CE5F6}"/>
              </a:ext>
            </a:extLst>
          </p:cNvPr>
          <p:cNvSpPr>
            <a:spLocks noGrp="1"/>
          </p:cNvSpPr>
          <p:nvPr/>
        </p:nvSpPr>
        <p:spPr>
          <a:xfrm>
            <a:off x="2247900" y="3714750"/>
            <a:ext cx="3028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브레이크 지속 시간 종료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E884D9C9-7E8B-46E6-A56B-90E3A259E52C}"/>
              </a:ext>
            </a:extLst>
          </p:cNvPr>
          <p:cNvSpPr>
            <a:spLocks noGrp="1"/>
          </p:cNvSpPr>
          <p:nvPr/>
        </p:nvSpPr>
        <p:spPr>
          <a:xfrm>
            <a:off x="5334000" y="3676650"/>
            <a:ext cx="628650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802C7149-35D9-42BD-B112-DF12AC8C56E1}"/>
              </a:ext>
            </a:extLst>
          </p:cNvPr>
          <p:cNvSpPr>
            <a:spLocks noGrp="1"/>
          </p:cNvSpPr>
          <p:nvPr/>
        </p:nvSpPr>
        <p:spPr>
          <a:xfrm>
            <a:off x="5391150" y="3714750"/>
            <a:ext cx="61722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 dirty="0" err="1">
                <a:solidFill>
                  <a:srgbClr val="202020"/>
                </a:solidFill>
              </a:rPr>
              <a:t>일반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상태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복귀</a:t>
            </a:r>
            <a:endParaRPr sz="1000" b="0" dirty="0">
              <a:solidFill>
                <a:srgbClr val="20202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9069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521F15A-1F8E-4B8F-9AD0-1E3367E96CA0}"/>
              </a:ext>
            </a:extLst>
          </p:cNvPr>
          <p:cNvSpPr>
            <a:spLocks noGrp="1"/>
          </p:cNvSpPr>
          <p:nvPr/>
        </p:nvSpPr>
        <p:spPr>
          <a:xfrm>
            <a:off x="95250" y="114300"/>
            <a:ext cx="85725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buNone/>
              <a:defRPr sz="2250" b="1">
                <a:solidFill>
                  <a:srgbClr val="1E2D4A"/>
                </a:solidFill>
              </a:defRPr>
            </a:pPr>
            <a:r>
              <a:rPr sz="2250" b="1">
                <a:solidFill>
                  <a:srgbClr val="1E2D4A"/>
                </a:solidFill>
              </a:rPr>
              <a:t>9. 데이터 테이블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7A73AE6-B378-4ADB-9582-52FAE438774D}"/>
              </a:ext>
            </a:extLst>
          </p:cNvPr>
          <p:cNvSpPr>
            <a:spLocks noGrp="1"/>
          </p:cNvSpPr>
          <p:nvPr/>
        </p:nvSpPr>
        <p:spPr>
          <a:xfrm>
            <a:off x="0" y="590550"/>
            <a:ext cx="12192000" cy="19050"/>
          </a:xfrm>
          <a:prstGeom prst="rect">
            <a:avLst/>
          </a:prstGeom>
          <a:solidFill>
            <a:srgbClr val="9EA5AE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1D93B44-CB3B-4A87-A4C8-4AA22FFEED7B}"/>
              </a:ext>
            </a:extLst>
          </p:cNvPr>
          <p:cNvSpPr>
            <a:spLocks noGrp="1"/>
          </p:cNvSpPr>
          <p:nvPr/>
        </p:nvSpPr>
        <p:spPr>
          <a:xfrm>
            <a:off x="190500" y="895350"/>
            <a:ext cx="2952750" cy="3619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B9999B4-A8BD-48BD-952A-6A7A8F9431F0}"/>
              </a:ext>
            </a:extLst>
          </p:cNvPr>
          <p:cNvSpPr>
            <a:spLocks noGrp="1"/>
          </p:cNvSpPr>
          <p:nvPr/>
        </p:nvSpPr>
        <p:spPr>
          <a:xfrm>
            <a:off x="247650" y="933450"/>
            <a:ext cx="2838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Table_BreakMiningConfig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C9B5AD0-669C-4299-82D5-7FA2D0F0DB90}"/>
              </a:ext>
            </a:extLst>
          </p:cNvPr>
          <p:cNvSpPr>
            <a:spLocks noGrp="1"/>
          </p:cNvSpPr>
          <p:nvPr/>
        </p:nvSpPr>
        <p:spPr>
          <a:xfrm>
            <a:off x="190500" y="1257300"/>
            <a:ext cx="2952750" cy="3619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2BD0708-7550-469B-BEE8-A2F8518CA489}"/>
              </a:ext>
            </a:extLst>
          </p:cNvPr>
          <p:cNvSpPr>
            <a:spLocks noGrp="1"/>
          </p:cNvSpPr>
          <p:nvPr/>
        </p:nvSpPr>
        <p:spPr>
          <a:xfrm>
            <a:off x="247650" y="1295400"/>
            <a:ext cx="2838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key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5BF07D3-D8FA-4CA7-8A00-1D19C0583222}"/>
              </a:ext>
            </a:extLst>
          </p:cNvPr>
          <p:cNvSpPr>
            <a:spLocks noGrp="1"/>
          </p:cNvSpPr>
          <p:nvPr/>
        </p:nvSpPr>
        <p:spPr>
          <a:xfrm>
            <a:off x="3143250" y="1257300"/>
            <a:ext cx="1714500" cy="3619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EC3FD6B-0235-4A10-9AAC-736B2BD03840}"/>
              </a:ext>
            </a:extLst>
          </p:cNvPr>
          <p:cNvSpPr>
            <a:spLocks noGrp="1"/>
          </p:cNvSpPr>
          <p:nvPr/>
        </p:nvSpPr>
        <p:spPr>
          <a:xfrm>
            <a:off x="3200400" y="1295400"/>
            <a:ext cx="1600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type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C435128-1184-406A-B6CA-65D5937A3110}"/>
              </a:ext>
            </a:extLst>
          </p:cNvPr>
          <p:cNvSpPr>
            <a:spLocks noGrp="1"/>
          </p:cNvSpPr>
          <p:nvPr/>
        </p:nvSpPr>
        <p:spPr>
          <a:xfrm>
            <a:off x="4857750" y="1257300"/>
            <a:ext cx="1714500" cy="3619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7442970-0BDD-4AA8-92A1-968C506150DF}"/>
              </a:ext>
            </a:extLst>
          </p:cNvPr>
          <p:cNvSpPr>
            <a:spLocks noGrp="1"/>
          </p:cNvSpPr>
          <p:nvPr/>
        </p:nvSpPr>
        <p:spPr>
          <a:xfrm>
            <a:off x="4914900" y="1295400"/>
            <a:ext cx="1600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value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F75ADFA-7F0F-4063-A8D4-D33D88D01F23}"/>
              </a:ext>
            </a:extLst>
          </p:cNvPr>
          <p:cNvSpPr>
            <a:spLocks noGrp="1"/>
          </p:cNvSpPr>
          <p:nvPr/>
        </p:nvSpPr>
        <p:spPr>
          <a:xfrm>
            <a:off x="6572250" y="1257300"/>
            <a:ext cx="4762500" cy="3619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2406A62-2947-4E3E-9B15-7F2580EAC6CC}"/>
              </a:ext>
            </a:extLst>
          </p:cNvPr>
          <p:cNvSpPr>
            <a:spLocks noGrp="1"/>
          </p:cNvSpPr>
          <p:nvPr/>
        </p:nvSpPr>
        <p:spPr>
          <a:xfrm>
            <a:off x="6629400" y="1295400"/>
            <a:ext cx="4648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description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0D41587-C151-4798-8074-B902D9D5F943}"/>
              </a:ext>
            </a:extLst>
          </p:cNvPr>
          <p:cNvSpPr>
            <a:spLocks noGrp="1"/>
          </p:cNvSpPr>
          <p:nvPr/>
        </p:nvSpPr>
        <p:spPr>
          <a:xfrm>
            <a:off x="190500" y="1590675"/>
            <a:ext cx="2952750" cy="3619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8ED49523-EBAF-42FA-B1F1-0FA6BF4F569B}"/>
              </a:ext>
            </a:extLst>
          </p:cNvPr>
          <p:cNvSpPr>
            <a:spLocks noGrp="1"/>
          </p:cNvSpPr>
          <p:nvPr/>
        </p:nvSpPr>
        <p:spPr>
          <a:xfrm>
            <a:off x="247650" y="1628775"/>
            <a:ext cx="2838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break_damage_multiplier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6F54E373-535B-41DC-8614-10196ED662E6}"/>
              </a:ext>
            </a:extLst>
          </p:cNvPr>
          <p:cNvSpPr>
            <a:spLocks noGrp="1"/>
          </p:cNvSpPr>
          <p:nvPr/>
        </p:nvSpPr>
        <p:spPr>
          <a:xfrm>
            <a:off x="3143250" y="1590675"/>
            <a:ext cx="1714500" cy="3619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87E1DE29-BBCD-41F8-9D25-80F43EB6BBC2}"/>
              </a:ext>
            </a:extLst>
          </p:cNvPr>
          <p:cNvSpPr>
            <a:spLocks noGrp="1"/>
          </p:cNvSpPr>
          <p:nvPr/>
        </p:nvSpPr>
        <p:spPr>
          <a:xfrm>
            <a:off x="3200400" y="1628775"/>
            <a:ext cx="1600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Float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896C79C7-9BF1-4CBD-8CBA-EB5ED8446D41}"/>
              </a:ext>
            </a:extLst>
          </p:cNvPr>
          <p:cNvSpPr>
            <a:spLocks noGrp="1"/>
          </p:cNvSpPr>
          <p:nvPr/>
        </p:nvSpPr>
        <p:spPr>
          <a:xfrm>
            <a:off x="4857750" y="1590675"/>
            <a:ext cx="1714500" cy="3619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6D8C604C-EB4D-4B8A-B427-F73D0B2E4850}"/>
              </a:ext>
            </a:extLst>
          </p:cNvPr>
          <p:cNvSpPr>
            <a:spLocks noGrp="1"/>
          </p:cNvSpPr>
          <p:nvPr/>
        </p:nvSpPr>
        <p:spPr>
          <a:xfrm>
            <a:off x="4914900" y="1628775"/>
            <a:ext cx="1600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1.8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99E99F22-5FF3-4686-8348-78BB53CB2C92}"/>
              </a:ext>
            </a:extLst>
          </p:cNvPr>
          <p:cNvSpPr>
            <a:spLocks noGrp="1"/>
          </p:cNvSpPr>
          <p:nvPr/>
        </p:nvSpPr>
        <p:spPr>
          <a:xfrm>
            <a:off x="6572250" y="1590675"/>
            <a:ext cx="4762500" cy="3619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6D894BBD-F1DF-48C6-8049-F098E496ECE5}"/>
              </a:ext>
            </a:extLst>
          </p:cNvPr>
          <p:cNvSpPr>
            <a:spLocks noGrp="1"/>
          </p:cNvSpPr>
          <p:nvPr/>
        </p:nvSpPr>
        <p:spPr>
          <a:xfrm>
            <a:off x="6629400" y="1628775"/>
            <a:ext cx="4648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브레이크 중 데미지 증가 배율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FEA38856-6065-4B0E-A607-176F6A053BF5}"/>
              </a:ext>
            </a:extLst>
          </p:cNvPr>
          <p:cNvSpPr>
            <a:spLocks noGrp="1"/>
          </p:cNvSpPr>
          <p:nvPr/>
        </p:nvSpPr>
        <p:spPr>
          <a:xfrm>
            <a:off x="190500" y="1952625"/>
            <a:ext cx="2952750" cy="3619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C3EBCB3B-2176-45FD-9F8F-8763E8F03170}"/>
              </a:ext>
            </a:extLst>
          </p:cNvPr>
          <p:cNvSpPr>
            <a:spLocks noGrp="1"/>
          </p:cNvSpPr>
          <p:nvPr/>
        </p:nvSpPr>
        <p:spPr>
          <a:xfrm>
            <a:off x="247650" y="1990725"/>
            <a:ext cx="2838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weak_reveal_hits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4742139D-3C34-4C91-ABBF-54E40DA50284}"/>
              </a:ext>
            </a:extLst>
          </p:cNvPr>
          <p:cNvSpPr>
            <a:spLocks noGrp="1"/>
          </p:cNvSpPr>
          <p:nvPr/>
        </p:nvSpPr>
        <p:spPr>
          <a:xfrm>
            <a:off x="3143250" y="1952625"/>
            <a:ext cx="1714500" cy="3619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DA7A375F-D70E-44AF-A748-12460717D30F}"/>
              </a:ext>
            </a:extLst>
          </p:cNvPr>
          <p:cNvSpPr>
            <a:spLocks noGrp="1"/>
          </p:cNvSpPr>
          <p:nvPr/>
        </p:nvSpPr>
        <p:spPr>
          <a:xfrm>
            <a:off x="3200400" y="1990725"/>
            <a:ext cx="1600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Int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819F843D-A6E6-4374-96DE-C586E46E844D}"/>
              </a:ext>
            </a:extLst>
          </p:cNvPr>
          <p:cNvSpPr>
            <a:spLocks noGrp="1"/>
          </p:cNvSpPr>
          <p:nvPr/>
        </p:nvSpPr>
        <p:spPr>
          <a:xfrm>
            <a:off x="4857750" y="1952625"/>
            <a:ext cx="1714500" cy="3619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F3EB8CA8-72C2-4547-B0CD-DE484A61520E}"/>
              </a:ext>
            </a:extLst>
          </p:cNvPr>
          <p:cNvSpPr>
            <a:spLocks noGrp="1"/>
          </p:cNvSpPr>
          <p:nvPr/>
        </p:nvSpPr>
        <p:spPr>
          <a:xfrm>
            <a:off x="4914900" y="1990725"/>
            <a:ext cx="1600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120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736BF607-B13F-4FD6-9DC9-0AF17CDFEA9D}"/>
              </a:ext>
            </a:extLst>
          </p:cNvPr>
          <p:cNvSpPr>
            <a:spLocks noGrp="1"/>
          </p:cNvSpPr>
          <p:nvPr/>
        </p:nvSpPr>
        <p:spPr>
          <a:xfrm>
            <a:off x="6572250" y="1952625"/>
            <a:ext cx="4762500" cy="3619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1192F89A-A58A-4855-A682-A438A67D9255}"/>
              </a:ext>
            </a:extLst>
          </p:cNvPr>
          <p:cNvSpPr>
            <a:spLocks noGrp="1"/>
          </p:cNvSpPr>
          <p:nvPr/>
        </p:nvSpPr>
        <p:spPr>
          <a:xfrm>
            <a:off x="6629400" y="1990725"/>
            <a:ext cx="4648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약점 노출까지 필요한 몸통 타격 수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16DA4A66-6519-4356-9C74-3A1024EBA1B8}"/>
              </a:ext>
            </a:extLst>
          </p:cNvPr>
          <p:cNvSpPr>
            <a:spLocks noGrp="1"/>
          </p:cNvSpPr>
          <p:nvPr/>
        </p:nvSpPr>
        <p:spPr>
          <a:xfrm>
            <a:off x="190500" y="2314575"/>
            <a:ext cx="2952750" cy="3619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F173F2F5-EFE7-4D7A-B1A4-94FDAE35CCFF}"/>
              </a:ext>
            </a:extLst>
          </p:cNvPr>
          <p:cNvSpPr>
            <a:spLocks noGrp="1"/>
          </p:cNvSpPr>
          <p:nvPr/>
        </p:nvSpPr>
        <p:spPr>
          <a:xfrm>
            <a:off x="247650" y="2352675"/>
            <a:ext cx="2838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>
                <a:solidFill>
                  <a:srgbClr val="202020"/>
                </a:solidFill>
              </a:rPr>
              <a:t>weak_reveal_move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D6C58A2A-0F96-4DF3-AF67-9717760B27E7}"/>
              </a:ext>
            </a:extLst>
          </p:cNvPr>
          <p:cNvSpPr>
            <a:spLocks noGrp="1"/>
          </p:cNvSpPr>
          <p:nvPr/>
        </p:nvSpPr>
        <p:spPr>
          <a:xfrm>
            <a:off x="3143250" y="2314575"/>
            <a:ext cx="1714500" cy="3619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DC847F4F-35E1-4629-8123-6E39BF125005}"/>
              </a:ext>
            </a:extLst>
          </p:cNvPr>
          <p:cNvSpPr>
            <a:spLocks noGrp="1"/>
          </p:cNvSpPr>
          <p:nvPr/>
        </p:nvSpPr>
        <p:spPr>
          <a:xfrm>
            <a:off x="3200400" y="2352675"/>
            <a:ext cx="1600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Float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08C6A163-4456-4EB7-8D36-6C8426B7A415}"/>
              </a:ext>
            </a:extLst>
          </p:cNvPr>
          <p:cNvSpPr>
            <a:spLocks noGrp="1"/>
          </p:cNvSpPr>
          <p:nvPr/>
        </p:nvSpPr>
        <p:spPr>
          <a:xfrm>
            <a:off x="4857750" y="2314575"/>
            <a:ext cx="1714500" cy="3619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CED4CE1B-4726-41E8-9638-C906AC02CDF2}"/>
              </a:ext>
            </a:extLst>
          </p:cNvPr>
          <p:cNvSpPr>
            <a:spLocks noGrp="1"/>
          </p:cNvSpPr>
          <p:nvPr/>
        </p:nvSpPr>
        <p:spPr>
          <a:xfrm>
            <a:off x="4914900" y="2352675"/>
            <a:ext cx="1600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6.5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9ECB6A72-1201-4BCD-AE40-B78552805C0C}"/>
              </a:ext>
            </a:extLst>
          </p:cNvPr>
          <p:cNvSpPr>
            <a:spLocks noGrp="1"/>
          </p:cNvSpPr>
          <p:nvPr/>
        </p:nvSpPr>
        <p:spPr>
          <a:xfrm>
            <a:off x="6572250" y="2314575"/>
            <a:ext cx="4762500" cy="3619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6FE28C6D-FC07-4BE9-B310-17C34D5E65EF}"/>
              </a:ext>
            </a:extLst>
          </p:cNvPr>
          <p:cNvSpPr>
            <a:spLocks noGrp="1"/>
          </p:cNvSpPr>
          <p:nvPr/>
        </p:nvSpPr>
        <p:spPr>
          <a:xfrm>
            <a:off x="6629400" y="2352675"/>
            <a:ext cx="4648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약점 위치가 다른 위치로 이동하는 시간(초)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54773947-88E6-4839-9DEC-99453D645DD4}"/>
              </a:ext>
            </a:extLst>
          </p:cNvPr>
          <p:cNvSpPr>
            <a:spLocks noGrp="1"/>
          </p:cNvSpPr>
          <p:nvPr/>
        </p:nvSpPr>
        <p:spPr>
          <a:xfrm>
            <a:off x="190500" y="2676525"/>
            <a:ext cx="2952750" cy="3619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33D90B24-E79E-4AC2-B237-E794640ECB2D}"/>
              </a:ext>
            </a:extLst>
          </p:cNvPr>
          <p:cNvSpPr>
            <a:spLocks noGrp="1"/>
          </p:cNvSpPr>
          <p:nvPr/>
        </p:nvSpPr>
        <p:spPr>
          <a:xfrm>
            <a:off x="247650" y="2714625"/>
            <a:ext cx="2838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break_duration_frame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928EEA1F-2D98-4A9C-B0E9-69F945A8F1E8}"/>
              </a:ext>
            </a:extLst>
          </p:cNvPr>
          <p:cNvSpPr>
            <a:spLocks noGrp="1"/>
          </p:cNvSpPr>
          <p:nvPr/>
        </p:nvSpPr>
        <p:spPr>
          <a:xfrm>
            <a:off x="3143250" y="2676525"/>
            <a:ext cx="1714500" cy="3619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CB6175CD-B8E8-4A4D-946C-CD6186F00C38}"/>
              </a:ext>
            </a:extLst>
          </p:cNvPr>
          <p:cNvSpPr>
            <a:spLocks noGrp="1"/>
          </p:cNvSpPr>
          <p:nvPr/>
        </p:nvSpPr>
        <p:spPr>
          <a:xfrm>
            <a:off x="3200400" y="2714625"/>
            <a:ext cx="1600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Int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91EC5954-42DE-4144-BB9C-BD0DEDA0638F}"/>
              </a:ext>
            </a:extLst>
          </p:cNvPr>
          <p:cNvSpPr>
            <a:spLocks noGrp="1"/>
          </p:cNvSpPr>
          <p:nvPr/>
        </p:nvSpPr>
        <p:spPr>
          <a:xfrm>
            <a:off x="4857750" y="2676525"/>
            <a:ext cx="1714500" cy="3619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BB8234CD-DB92-4B96-A708-1F42ED0310E8}"/>
              </a:ext>
            </a:extLst>
          </p:cNvPr>
          <p:cNvSpPr>
            <a:spLocks noGrp="1"/>
          </p:cNvSpPr>
          <p:nvPr/>
        </p:nvSpPr>
        <p:spPr>
          <a:xfrm>
            <a:off x="4914900" y="2714625"/>
            <a:ext cx="1600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300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8A04B8ED-11EC-4387-BBDE-D4B8EDDF5454}"/>
              </a:ext>
            </a:extLst>
          </p:cNvPr>
          <p:cNvSpPr>
            <a:spLocks noGrp="1"/>
          </p:cNvSpPr>
          <p:nvPr/>
        </p:nvSpPr>
        <p:spPr>
          <a:xfrm>
            <a:off x="6572250" y="2676525"/>
            <a:ext cx="4762500" cy="3619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44889B40-1AB0-44F5-B132-0422282244EB}"/>
              </a:ext>
            </a:extLst>
          </p:cNvPr>
          <p:cNvSpPr>
            <a:spLocks noGrp="1"/>
          </p:cNvSpPr>
          <p:nvPr/>
        </p:nvSpPr>
        <p:spPr>
          <a:xfrm>
            <a:off x="6629400" y="2714625"/>
            <a:ext cx="4648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브레이크 지속 프레임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236433EA-54B1-4814-955C-E89282599501}"/>
              </a:ext>
            </a:extLst>
          </p:cNvPr>
          <p:cNvSpPr>
            <a:spLocks noGrp="1"/>
          </p:cNvSpPr>
          <p:nvPr/>
        </p:nvSpPr>
        <p:spPr>
          <a:xfrm>
            <a:off x="190500" y="3905250"/>
            <a:ext cx="2952750" cy="3619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FBA01DDB-38AA-44C4-BA83-246EE6E9F319}"/>
              </a:ext>
            </a:extLst>
          </p:cNvPr>
          <p:cNvSpPr>
            <a:spLocks noGrp="1"/>
          </p:cNvSpPr>
          <p:nvPr/>
        </p:nvSpPr>
        <p:spPr>
          <a:xfrm>
            <a:off x="247650" y="3943350"/>
            <a:ext cx="2838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Table_MineralBreakGroup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FB04F320-1697-4930-99DA-07BAB890240E}"/>
              </a:ext>
            </a:extLst>
          </p:cNvPr>
          <p:cNvSpPr>
            <a:spLocks noGrp="1"/>
          </p:cNvSpPr>
          <p:nvPr/>
        </p:nvSpPr>
        <p:spPr>
          <a:xfrm>
            <a:off x="3143250" y="3905250"/>
            <a:ext cx="8191500" cy="3619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0334DFDA-8474-4937-8871-6D73F4147F06}"/>
              </a:ext>
            </a:extLst>
          </p:cNvPr>
          <p:cNvSpPr>
            <a:spLocks noGrp="1"/>
          </p:cNvSpPr>
          <p:nvPr/>
        </p:nvSpPr>
        <p:spPr>
          <a:xfrm>
            <a:off x="3200400" y="3943350"/>
            <a:ext cx="8077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r>
              <a:rPr sz="1000" dirty="0" err="1"/>
              <a:t>광물</a:t>
            </a:r>
            <a:r>
              <a:rPr sz="1000" dirty="0"/>
              <a:t> </a:t>
            </a:r>
            <a:r>
              <a:rPr sz="1000" dirty="0" err="1"/>
              <a:t>데이터에</a:t>
            </a:r>
            <a:r>
              <a:rPr sz="1000" dirty="0"/>
              <a:t> </a:t>
            </a:r>
            <a:r>
              <a:rPr sz="1000" dirty="0" err="1"/>
              <a:t>브레이크</a:t>
            </a:r>
            <a:r>
              <a:rPr sz="1000" dirty="0"/>
              <a:t> </a:t>
            </a:r>
            <a:r>
              <a:rPr sz="1000" dirty="0" err="1"/>
              <a:t>규칙</a:t>
            </a:r>
            <a:r>
              <a:rPr sz="1000" dirty="0"/>
              <a:t> </a:t>
            </a:r>
            <a:r>
              <a:rPr sz="1000" dirty="0" err="1"/>
              <a:t>적용</a:t>
            </a:r>
            <a:r>
              <a:rPr sz="1000" dirty="0"/>
              <a:t> </a:t>
            </a:r>
            <a:r>
              <a:rPr sz="1000" dirty="0" err="1"/>
              <a:t>여부를</a:t>
            </a:r>
            <a:r>
              <a:rPr sz="1000" dirty="0"/>
              <a:t> </a:t>
            </a:r>
            <a:r>
              <a:rPr sz="1000" dirty="0" err="1"/>
              <a:t>정의하는</a:t>
            </a:r>
            <a:r>
              <a:rPr sz="1000" dirty="0"/>
              <a:t> </a:t>
            </a:r>
            <a:r>
              <a:rPr sz="1000" dirty="0" err="1"/>
              <a:t>컬럼</a:t>
            </a:r>
            <a:endParaRPr sz="1000" dirty="0"/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F0384ED3-4A60-401C-BB2B-EEE1ECE9E711}"/>
              </a:ext>
            </a:extLst>
          </p:cNvPr>
          <p:cNvSpPr>
            <a:spLocks noGrp="1"/>
          </p:cNvSpPr>
          <p:nvPr/>
        </p:nvSpPr>
        <p:spPr>
          <a:xfrm>
            <a:off x="190500" y="4267200"/>
            <a:ext cx="2952750" cy="3619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0850D11B-110B-4035-951C-228BFEAF0CE3}"/>
              </a:ext>
            </a:extLst>
          </p:cNvPr>
          <p:cNvSpPr>
            <a:spLocks noGrp="1"/>
          </p:cNvSpPr>
          <p:nvPr/>
        </p:nvSpPr>
        <p:spPr>
          <a:xfrm>
            <a:off x="247650" y="4305300"/>
            <a:ext cx="2838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1050" b="1">
                <a:solidFill>
                  <a:srgbClr val="202020"/>
                </a:solidFill>
              </a:defRPr>
            </a:pPr>
            <a:r>
              <a:rPr sz="1000">
                <a:solidFill>
                  <a:srgbClr val="202020"/>
                </a:solidFill>
              </a:rPr>
              <a:t>BreakType</a:t>
            </a: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0DA1B56F-430B-40FA-939C-E3945D7502B1}"/>
              </a:ext>
            </a:extLst>
          </p:cNvPr>
          <p:cNvSpPr>
            <a:spLocks noGrp="1"/>
          </p:cNvSpPr>
          <p:nvPr/>
        </p:nvSpPr>
        <p:spPr>
          <a:xfrm>
            <a:off x="3143250" y="4267200"/>
            <a:ext cx="1714500" cy="3619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A1BBC12A-4E54-4465-8B43-778E1FF08EF0}"/>
              </a:ext>
            </a:extLst>
          </p:cNvPr>
          <p:cNvSpPr>
            <a:spLocks noGrp="1"/>
          </p:cNvSpPr>
          <p:nvPr/>
        </p:nvSpPr>
        <p:spPr>
          <a:xfrm>
            <a:off x="3200400" y="4305300"/>
            <a:ext cx="1600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type</a:t>
            </a: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C57D1771-57FE-49E9-83AA-AC88550E9E20}"/>
              </a:ext>
            </a:extLst>
          </p:cNvPr>
          <p:cNvSpPr>
            <a:spLocks noGrp="1"/>
          </p:cNvSpPr>
          <p:nvPr/>
        </p:nvSpPr>
        <p:spPr>
          <a:xfrm>
            <a:off x="4857750" y="4267200"/>
            <a:ext cx="3143250" cy="3619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4421FF02-DE1F-40BD-96FC-4DCDC666F1D5}"/>
              </a:ext>
            </a:extLst>
          </p:cNvPr>
          <p:cNvSpPr>
            <a:spLocks noGrp="1"/>
          </p:cNvSpPr>
          <p:nvPr/>
        </p:nvSpPr>
        <p:spPr>
          <a:xfrm>
            <a:off x="4914900" y="4305300"/>
            <a:ext cx="3028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description</a:t>
            </a: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4C67DC4A-A65A-41CB-BE06-23E0FC987A3E}"/>
              </a:ext>
            </a:extLst>
          </p:cNvPr>
          <p:cNvSpPr>
            <a:spLocks noGrp="1"/>
          </p:cNvSpPr>
          <p:nvPr/>
        </p:nvSpPr>
        <p:spPr>
          <a:xfrm>
            <a:off x="8001000" y="4267200"/>
            <a:ext cx="3333750" cy="3619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F8EA10F5-5432-4BF1-B4E8-2373B2F07493}"/>
              </a:ext>
            </a:extLst>
          </p:cNvPr>
          <p:cNvSpPr>
            <a:spLocks noGrp="1"/>
          </p:cNvSpPr>
          <p:nvPr/>
        </p:nvSpPr>
        <p:spPr>
          <a:xfrm>
            <a:off x="8058150" y="4305300"/>
            <a:ext cx="3219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effect</a:t>
            </a: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8D946CB9-2489-48C7-BCE3-4581E18EB0DA}"/>
              </a:ext>
            </a:extLst>
          </p:cNvPr>
          <p:cNvSpPr>
            <a:spLocks noGrp="1"/>
          </p:cNvSpPr>
          <p:nvPr/>
        </p:nvSpPr>
        <p:spPr>
          <a:xfrm>
            <a:off x="190500" y="4629150"/>
            <a:ext cx="2952750" cy="3619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B326CEFC-A59F-4211-9F85-8774EC0AB89C}"/>
              </a:ext>
            </a:extLst>
          </p:cNvPr>
          <p:cNvSpPr>
            <a:spLocks noGrp="1"/>
          </p:cNvSpPr>
          <p:nvPr/>
        </p:nvSpPr>
        <p:spPr>
          <a:xfrm>
            <a:off x="247650" y="4667250"/>
            <a:ext cx="2838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None</a:t>
            </a: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187D2B26-6E77-4174-B0BE-DCF2ABB39D0C}"/>
              </a:ext>
            </a:extLst>
          </p:cNvPr>
          <p:cNvSpPr>
            <a:spLocks noGrp="1"/>
          </p:cNvSpPr>
          <p:nvPr/>
        </p:nvSpPr>
        <p:spPr>
          <a:xfrm>
            <a:off x="3143250" y="4629150"/>
            <a:ext cx="1714500" cy="3619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0087480B-278E-47CE-B08D-10F7D16358F1}"/>
              </a:ext>
            </a:extLst>
          </p:cNvPr>
          <p:cNvSpPr>
            <a:spLocks noGrp="1"/>
          </p:cNvSpPr>
          <p:nvPr/>
        </p:nvSpPr>
        <p:spPr>
          <a:xfrm>
            <a:off x="3200400" y="4667250"/>
            <a:ext cx="1600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>
                <a:solidFill>
                  <a:srgbClr val="202020"/>
                </a:solidFill>
              </a:rPr>
              <a:t>enum</a:t>
            </a: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E54590BD-59C0-49B4-AC3A-B72C4EDFA519}"/>
              </a:ext>
            </a:extLst>
          </p:cNvPr>
          <p:cNvSpPr>
            <a:spLocks noGrp="1"/>
          </p:cNvSpPr>
          <p:nvPr/>
        </p:nvSpPr>
        <p:spPr>
          <a:xfrm>
            <a:off x="4857750" y="4629150"/>
            <a:ext cx="3143250" cy="3619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94109420-1E20-4728-9CD1-6970D3B282E0}"/>
              </a:ext>
            </a:extLst>
          </p:cNvPr>
          <p:cNvSpPr>
            <a:spLocks noGrp="1"/>
          </p:cNvSpPr>
          <p:nvPr/>
        </p:nvSpPr>
        <p:spPr>
          <a:xfrm>
            <a:off x="4914900" y="4667250"/>
            <a:ext cx="3028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브레이크 미적용 광물</a:t>
            </a: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79573BF5-BB6E-43CA-AF1E-43043F4731AA}"/>
              </a:ext>
            </a:extLst>
          </p:cNvPr>
          <p:cNvSpPr>
            <a:spLocks noGrp="1"/>
          </p:cNvSpPr>
          <p:nvPr/>
        </p:nvSpPr>
        <p:spPr>
          <a:xfrm>
            <a:off x="8001000" y="4629150"/>
            <a:ext cx="3333750" cy="3619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5462966C-92DE-48A6-9F29-8C692D6E20F3}"/>
              </a:ext>
            </a:extLst>
          </p:cNvPr>
          <p:cNvSpPr>
            <a:spLocks noGrp="1"/>
          </p:cNvSpPr>
          <p:nvPr/>
        </p:nvSpPr>
        <p:spPr>
          <a:xfrm>
            <a:off x="8058150" y="4667250"/>
            <a:ext cx="3219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기존 채굴 처리</a:t>
            </a: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F14C4F86-BBA7-491A-BDBF-204A1E6BF76E}"/>
              </a:ext>
            </a:extLst>
          </p:cNvPr>
          <p:cNvSpPr>
            <a:spLocks noGrp="1"/>
          </p:cNvSpPr>
          <p:nvPr/>
        </p:nvSpPr>
        <p:spPr>
          <a:xfrm>
            <a:off x="190500" y="4991100"/>
            <a:ext cx="2952750" cy="3619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B6D7F461-F84B-4138-9751-C76A72D51DBF}"/>
              </a:ext>
            </a:extLst>
          </p:cNvPr>
          <p:cNvSpPr>
            <a:spLocks noGrp="1"/>
          </p:cNvSpPr>
          <p:nvPr/>
        </p:nvSpPr>
        <p:spPr>
          <a:xfrm>
            <a:off x="247650" y="5029200"/>
            <a:ext cx="2838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Break</a:t>
            </a: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58E9E020-A77C-4364-B8AA-45D4A71A2B14}"/>
              </a:ext>
            </a:extLst>
          </p:cNvPr>
          <p:cNvSpPr>
            <a:spLocks noGrp="1"/>
          </p:cNvSpPr>
          <p:nvPr/>
        </p:nvSpPr>
        <p:spPr>
          <a:xfrm>
            <a:off x="3143250" y="4991100"/>
            <a:ext cx="1714500" cy="3619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9138AC25-7E87-4F99-8EC4-F9A9795B4792}"/>
              </a:ext>
            </a:extLst>
          </p:cNvPr>
          <p:cNvSpPr>
            <a:spLocks noGrp="1"/>
          </p:cNvSpPr>
          <p:nvPr/>
        </p:nvSpPr>
        <p:spPr>
          <a:xfrm>
            <a:off x="3200400" y="5029200"/>
            <a:ext cx="1600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>
                <a:solidFill>
                  <a:srgbClr val="202020"/>
                </a:solidFill>
              </a:rPr>
              <a:t>enum</a:t>
            </a: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0F4E2237-5688-48D2-81C3-7B623BF55812}"/>
              </a:ext>
            </a:extLst>
          </p:cNvPr>
          <p:cNvSpPr>
            <a:spLocks noGrp="1"/>
          </p:cNvSpPr>
          <p:nvPr/>
        </p:nvSpPr>
        <p:spPr>
          <a:xfrm>
            <a:off x="4857750" y="4991100"/>
            <a:ext cx="3143250" cy="3619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E7E1A891-5CD0-47DA-9591-EC359F2B93A6}"/>
              </a:ext>
            </a:extLst>
          </p:cNvPr>
          <p:cNvSpPr>
            <a:spLocks noGrp="1"/>
          </p:cNvSpPr>
          <p:nvPr/>
        </p:nvSpPr>
        <p:spPr>
          <a:xfrm>
            <a:off x="4914900" y="5029200"/>
            <a:ext cx="3028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브레이크 규칙 적용 광물</a:t>
            </a: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61C49D2F-3ABE-4AC8-8788-B50400998B99}"/>
              </a:ext>
            </a:extLst>
          </p:cNvPr>
          <p:cNvSpPr>
            <a:spLocks noGrp="1"/>
          </p:cNvSpPr>
          <p:nvPr/>
        </p:nvSpPr>
        <p:spPr>
          <a:xfrm>
            <a:off x="8001000" y="4991100"/>
            <a:ext cx="3333750" cy="3619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915DC4DE-A593-45A7-9973-83453E910367}"/>
              </a:ext>
            </a:extLst>
          </p:cNvPr>
          <p:cNvSpPr>
            <a:spLocks noGrp="1"/>
          </p:cNvSpPr>
          <p:nvPr/>
        </p:nvSpPr>
        <p:spPr>
          <a:xfrm>
            <a:off x="8058150" y="5029200"/>
            <a:ext cx="3219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약점 + 브레이크 외곽선 연출</a:t>
            </a: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9E078695-E0EE-70B7-4C14-B2877F658EE2}"/>
              </a:ext>
            </a:extLst>
          </p:cNvPr>
          <p:cNvSpPr>
            <a:spLocks noGrp="1"/>
          </p:cNvSpPr>
          <p:nvPr/>
        </p:nvSpPr>
        <p:spPr>
          <a:xfrm>
            <a:off x="3143250" y="895350"/>
            <a:ext cx="8191500" cy="3619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DCD88304-3334-1801-A788-132AD351329E}"/>
              </a:ext>
            </a:extLst>
          </p:cNvPr>
          <p:cNvSpPr>
            <a:spLocks noGrp="1"/>
          </p:cNvSpPr>
          <p:nvPr/>
        </p:nvSpPr>
        <p:spPr>
          <a:xfrm>
            <a:off x="3200400" y="933450"/>
            <a:ext cx="8077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r>
              <a:rPr sz="1000"/>
              <a:t>브레이크와 약점 관련 데이터 관리 테이블</a:t>
            </a: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474B3F56-E857-747E-138B-103583A03786}"/>
              </a:ext>
            </a:extLst>
          </p:cNvPr>
          <p:cNvSpPr>
            <a:spLocks noGrp="1"/>
          </p:cNvSpPr>
          <p:nvPr/>
        </p:nvSpPr>
        <p:spPr>
          <a:xfrm>
            <a:off x="190500" y="2676525"/>
            <a:ext cx="2952750" cy="3619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9C23BC76-4FDC-0334-71F9-206B98B60187}"/>
              </a:ext>
            </a:extLst>
          </p:cNvPr>
          <p:cNvSpPr>
            <a:spLocks noGrp="1"/>
          </p:cNvSpPr>
          <p:nvPr/>
        </p:nvSpPr>
        <p:spPr>
          <a:xfrm>
            <a:off x="247650" y="2714625"/>
            <a:ext cx="2838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weak_break_hits</a:t>
            </a: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D14D479B-B985-FE93-B609-D1BB61A35BF4}"/>
              </a:ext>
            </a:extLst>
          </p:cNvPr>
          <p:cNvSpPr>
            <a:spLocks noGrp="1"/>
          </p:cNvSpPr>
          <p:nvPr/>
        </p:nvSpPr>
        <p:spPr>
          <a:xfrm>
            <a:off x="3143250" y="2676525"/>
            <a:ext cx="1714500" cy="3619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456F78E2-6E03-9A2B-909E-DB0C01D12963}"/>
              </a:ext>
            </a:extLst>
          </p:cNvPr>
          <p:cNvSpPr>
            <a:spLocks noGrp="1"/>
          </p:cNvSpPr>
          <p:nvPr/>
        </p:nvSpPr>
        <p:spPr>
          <a:xfrm>
            <a:off x="3200400" y="2714625"/>
            <a:ext cx="1600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Int</a:t>
            </a: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17499282-0299-2CBC-009F-F2AF67C5D80E}"/>
              </a:ext>
            </a:extLst>
          </p:cNvPr>
          <p:cNvSpPr>
            <a:spLocks noGrp="1"/>
          </p:cNvSpPr>
          <p:nvPr/>
        </p:nvSpPr>
        <p:spPr>
          <a:xfrm>
            <a:off x="4857750" y="2676525"/>
            <a:ext cx="1714500" cy="3619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968732E7-9C0C-C0B7-774A-1A703AEDAAE6}"/>
              </a:ext>
            </a:extLst>
          </p:cNvPr>
          <p:cNvSpPr>
            <a:spLocks noGrp="1"/>
          </p:cNvSpPr>
          <p:nvPr/>
        </p:nvSpPr>
        <p:spPr>
          <a:xfrm>
            <a:off x="4914900" y="2714625"/>
            <a:ext cx="1600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80</a:t>
            </a: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30CBD4C1-E3F8-285A-3CCF-09A9F8CB1572}"/>
              </a:ext>
            </a:extLst>
          </p:cNvPr>
          <p:cNvSpPr>
            <a:spLocks noGrp="1"/>
          </p:cNvSpPr>
          <p:nvPr/>
        </p:nvSpPr>
        <p:spPr>
          <a:xfrm>
            <a:off x="6572250" y="2676525"/>
            <a:ext cx="4762500" cy="3619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D57E86EC-4F0D-811E-1AA9-335E2CE4AFAE}"/>
              </a:ext>
            </a:extLst>
          </p:cNvPr>
          <p:cNvSpPr>
            <a:spLocks noGrp="1"/>
          </p:cNvSpPr>
          <p:nvPr/>
        </p:nvSpPr>
        <p:spPr>
          <a:xfrm>
            <a:off x="6629400" y="2714625"/>
            <a:ext cx="4648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>
                <a:solidFill>
                  <a:srgbClr val="202020"/>
                </a:solidFill>
              </a:rPr>
              <a:t>브레이크까지 필요한 약점 타격 수</a:t>
            </a: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426CFBEC-CECF-9BC5-E7E7-56DEBDE08087}"/>
              </a:ext>
            </a:extLst>
          </p:cNvPr>
          <p:cNvSpPr>
            <a:spLocks noGrp="1"/>
          </p:cNvSpPr>
          <p:nvPr/>
        </p:nvSpPr>
        <p:spPr>
          <a:xfrm>
            <a:off x="190500" y="3038475"/>
            <a:ext cx="2952750" cy="3619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9CAE761E-F5A8-0D0C-950A-4AE68C103EAF}"/>
              </a:ext>
            </a:extLst>
          </p:cNvPr>
          <p:cNvSpPr>
            <a:spLocks noGrp="1"/>
          </p:cNvSpPr>
          <p:nvPr/>
        </p:nvSpPr>
        <p:spPr>
          <a:xfrm>
            <a:off x="247650" y="3076575"/>
            <a:ext cx="2838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weak_reveal_min_ratio</a:t>
            </a: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BB7F48DD-8DF7-03B5-1925-FCA4D8456726}"/>
              </a:ext>
            </a:extLst>
          </p:cNvPr>
          <p:cNvSpPr>
            <a:spLocks noGrp="1"/>
          </p:cNvSpPr>
          <p:nvPr/>
        </p:nvSpPr>
        <p:spPr>
          <a:xfrm>
            <a:off x="3143250" y="3038475"/>
            <a:ext cx="1714500" cy="3619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564E5C11-86B6-CD2B-27F2-1F8B04E17628}"/>
              </a:ext>
            </a:extLst>
          </p:cNvPr>
          <p:cNvSpPr>
            <a:spLocks noGrp="1"/>
          </p:cNvSpPr>
          <p:nvPr/>
        </p:nvSpPr>
        <p:spPr>
          <a:xfrm>
            <a:off x="3200400" y="3076575"/>
            <a:ext cx="1600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Float</a:t>
            </a:r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CC998EA8-7F6A-9C17-EE2E-829F91F5EEA3}"/>
              </a:ext>
            </a:extLst>
          </p:cNvPr>
          <p:cNvSpPr>
            <a:spLocks noGrp="1"/>
          </p:cNvSpPr>
          <p:nvPr/>
        </p:nvSpPr>
        <p:spPr>
          <a:xfrm>
            <a:off x="4857750" y="3038475"/>
            <a:ext cx="1714500" cy="3619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778616AF-41D4-F446-0D8F-91A3E1AFB1D9}"/>
              </a:ext>
            </a:extLst>
          </p:cNvPr>
          <p:cNvSpPr>
            <a:spLocks noGrp="1"/>
          </p:cNvSpPr>
          <p:nvPr/>
        </p:nvSpPr>
        <p:spPr>
          <a:xfrm>
            <a:off x="4914900" y="3076575"/>
            <a:ext cx="1600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lang="en-US" sz="1000" b="0" dirty="0">
                <a:solidFill>
                  <a:srgbClr val="202020"/>
                </a:solidFill>
              </a:rPr>
              <a:t>15</a:t>
            </a:r>
            <a:endParaRPr sz="1000" b="0" dirty="0">
              <a:solidFill>
                <a:srgbClr val="202020"/>
              </a:solidFill>
            </a:endParaRPr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0D7C88E1-45F3-BBFC-251B-267333ADD7EC}"/>
              </a:ext>
            </a:extLst>
          </p:cNvPr>
          <p:cNvSpPr>
            <a:spLocks noGrp="1"/>
          </p:cNvSpPr>
          <p:nvPr/>
        </p:nvSpPr>
        <p:spPr>
          <a:xfrm>
            <a:off x="6572250" y="3038475"/>
            <a:ext cx="4762500" cy="3619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AF8AAA08-80B3-9990-F9B1-CD16D15A83ED}"/>
              </a:ext>
            </a:extLst>
          </p:cNvPr>
          <p:cNvSpPr>
            <a:spLocks noGrp="1"/>
          </p:cNvSpPr>
          <p:nvPr/>
        </p:nvSpPr>
        <p:spPr>
          <a:xfrm>
            <a:off x="6629400" y="3076575"/>
            <a:ext cx="4648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lang="ko-KR" altLang="en-US" sz="1000" b="0" dirty="0">
                <a:solidFill>
                  <a:srgbClr val="202020"/>
                </a:solidFill>
              </a:rPr>
              <a:t>광물 </a:t>
            </a:r>
            <a:r>
              <a:rPr sz="1000" b="0" dirty="0" err="1">
                <a:solidFill>
                  <a:srgbClr val="202020"/>
                </a:solidFill>
              </a:rPr>
              <a:t>남은</a:t>
            </a:r>
            <a:r>
              <a:rPr sz="1000" b="0" dirty="0">
                <a:solidFill>
                  <a:srgbClr val="202020"/>
                </a:solidFill>
              </a:rPr>
              <a:t> HP </a:t>
            </a:r>
            <a:r>
              <a:rPr sz="1000" b="0" dirty="0" err="1">
                <a:solidFill>
                  <a:srgbClr val="202020"/>
                </a:solidFill>
              </a:rPr>
              <a:t>비율</a:t>
            </a:r>
            <a:r>
              <a:rPr lang="en-US" sz="1000" dirty="0">
                <a:solidFill>
                  <a:srgbClr val="202020"/>
                </a:solidFill>
              </a:rPr>
              <a:t>(%)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하한</a:t>
            </a:r>
            <a:r>
              <a:rPr sz="1000" b="0" dirty="0">
                <a:solidFill>
                  <a:srgbClr val="202020"/>
                </a:solidFill>
              </a:rPr>
              <a:t>. </a:t>
            </a:r>
            <a:r>
              <a:rPr sz="1000" b="0" dirty="0" err="1">
                <a:solidFill>
                  <a:srgbClr val="202020"/>
                </a:solidFill>
              </a:rPr>
              <a:t>해당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비율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이하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구간에서는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약점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미노출</a:t>
            </a:r>
            <a:endParaRPr sz="1000" b="0" dirty="0">
              <a:solidFill>
                <a:srgbClr val="20202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72652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4C02695-52BF-4B5E-9029-51401DB161B7}"/>
              </a:ext>
            </a:extLst>
          </p:cNvPr>
          <p:cNvSpPr>
            <a:spLocks noGrp="1"/>
          </p:cNvSpPr>
          <p:nvPr/>
        </p:nvSpPr>
        <p:spPr>
          <a:xfrm>
            <a:off x="95250" y="114300"/>
            <a:ext cx="85725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buNone/>
              <a:defRPr sz="2250" b="1">
                <a:solidFill>
                  <a:srgbClr val="1E2D4A"/>
                </a:solidFill>
              </a:defRPr>
            </a:pPr>
            <a:r>
              <a:rPr sz="2250" b="1">
                <a:solidFill>
                  <a:srgbClr val="1E2D4A"/>
                </a:solidFill>
              </a:rPr>
              <a:t>10. 예외 처리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3401ED6-AB40-4621-80E0-527BC156F55D}"/>
              </a:ext>
            </a:extLst>
          </p:cNvPr>
          <p:cNvSpPr>
            <a:spLocks noGrp="1"/>
          </p:cNvSpPr>
          <p:nvPr/>
        </p:nvSpPr>
        <p:spPr>
          <a:xfrm>
            <a:off x="0" y="590550"/>
            <a:ext cx="12192000" cy="19050"/>
          </a:xfrm>
          <a:prstGeom prst="rect">
            <a:avLst/>
          </a:prstGeom>
          <a:solidFill>
            <a:srgbClr val="9EA5AE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8B2DB12-A6B0-4C74-93EF-6F338FD885D4}"/>
              </a:ext>
            </a:extLst>
          </p:cNvPr>
          <p:cNvSpPr>
            <a:spLocks noGrp="1"/>
          </p:cNvSpPr>
          <p:nvPr/>
        </p:nvSpPr>
        <p:spPr>
          <a:xfrm>
            <a:off x="190500" y="914400"/>
            <a:ext cx="2000250" cy="5524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5E61DBA-B5BC-44F0-AC98-0B02D51A9840}"/>
              </a:ext>
            </a:extLst>
          </p:cNvPr>
          <p:cNvSpPr>
            <a:spLocks noGrp="1"/>
          </p:cNvSpPr>
          <p:nvPr/>
        </p:nvSpPr>
        <p:spPr>
          <a:xfrm>
            <a:off x="247650" y="952500"/>
            <a:ext cx="1885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항목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2E9CCF-8E9A-4064-A576-940FD5D023BD}"/>
              </a:ext>
            </a:extLst>
          </p:cNvPr>
          <p:cNvSpPr>
            <a:spLocks noGrp="1"/>
          </p:cNvSpPr>
          <p:nvPr/>
        </p:nvSpPr>
        <p:spPr>
          <a:xfrm>
            <a:off x="2190750" y="914400"/>
            <a:ext cx="4095750" cy="5524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5EDEF72-CA10-4194-B44F-C75DF2277320}"/>
              </a:ext>
            </a:extLst>
          </p:cNvPr>
          <p:cNvSpPr>
            <a:spLocks noGrp="1"/>
          </p:cNvSpPr>
          <p:nvPr/>
        </p:nvSpPr>
        <p:spPr>
          <a:xfrm>
            <a:off x="2247900" y="952500"/>
            <a:ext cx="39814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상황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F819F85-1910-4A4C-A0A2-E9E6F8406D23}"/>
              </a:ext>
            </a:extLst>
          </p:cNvPr>
          <p:cNvSpPr>
            <a:spLocks noGrp="1"/>
          </p:cNvSpPr>
          <p:nvPr/>
        </p:nvSpPr>
        <p:spPr>
          <a:xfrm>
            <a:off x="6286500" y="914400"/>
            <a:ext cx="5143500" cy="5524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F2493A7-77D5-48D6-A9E7-63FE71DC0B26}"/>
              </a:ext>
            </a:extLst>
          </p:cNvPr>
          <p:cNvSpPr>
            <a:spLocks noGrp="1"/>
          </p:cNvSpPr>
          <p:nvPr/>
        </p:nvSpPr>
        <p:spPr>
          <a:xfrm>
            <a:off x="6343650" y="952500"/>
            <a:ext cx="50292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처리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792ACC8-EDF5-4A33-B51C-33BCEF0E87A8}"/>
              </a:ext>
            </a:extLst>
          </p:cNvPr>
          <p:cNvSpPr>
            <a:spLocks noGrp="1"/>
          </p:cNvSpPr>
          <p:nvPr/>
        </p:nvSpPr>
        <p:spPr>
          <a:xfrm>
            <a:off x="190500" y="1466850"/>
            <a:ext cx="20002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2B7C21B-DB6C-4D86-AA5E-15E8E94F71C9}"/>
              </a:ext>
            </a:extLst>
          </p:cNvPr>
          <p:cNvSpPr>
            <a:spLocks noGrp="1"/>
          </p:cNvSpPr>
          <p:nvPr/>
        </p:nvSpPr>
        <p:spPr>
          <a:xfrm>
            <a:off x="247650" y="1504950"/>
            <a:ext cx="1885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약점 접근 불가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726625E-8428-48FC-AB93-AA806454455B}"/>
              </a:ext>
            </a:extLst>
          </p:cNvPr>
          <p:cNvSpPr>
            <a:spLocks noGrp="1"/>
          </p:cNvSpPr>
          <p:nvPr/>
        </p:nvSpPr>
        <p:spPr>
          <a:xfrm>
            <a:off x="2190750" y="1466850"/>
            <a:ext cx="40957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C7965BC-8286-4137-A524-500ADC489ECB}"/>
              </a:ext>
            </a:extLst>
          </p:cNvPr>
          <p:cNvSpPr>
            <a:spLocks noGrp="1"/>
          </p:cNvSpPr>
          <p:nvPr/>
        </p:nvSpPr>
        <p:spPr>
          <a:xfrm>
            <a:off x="2247900" y="1504950"/>
            <a:ext cx="39814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약점이 광물 안쪽 또는 캐릭터가 닿지 않는 위치에 생성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73FE41A-262D-47F2-915C-B235A7A3F16F}"/>
              </a:ext>
            </a:extLst>
          </p:cNvPr>
          <p:cNvSpPr>
            <a:spLocks noGrp="1"/>
          </p:cNvSpPr>
          <p:nvPr/>
        </p:nvSpPr>
        <p:spPr>
          <a:xfrm>
            <a:off x="6286500" y="1466850"/>
            <a:ext cx="514350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C6CE3EB-9521-4DBD-88A6-5216B0E7CB53}"/>
              </a:ext>
            </a:extLst>
          </p:cNvPr>
          <p:cNvSpPr>
            <a:spLocks noGrp="1"/>
          </p:cNvSpPr>
          <p:nvPr/>
        </p:nvSpPr>
        <p:spPr>
          <a:xfrm>
            <a:off x="6343650" y="1504950"/>
            <a:ext cx="50292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외곽선 근처로 보정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5E05C1E-C66F-4B0E-A847-001E4297C11A}"/>
              </a:ext>
            </a:extLst>
          </p:cNvPr>
          <p:cNvSpPr>
            <a:spLocks noGrp="1"/>
          </p:cNvSpPr>
          <p:nvPr/>
        </p:nvSpPr>
        <p:spPr>
          <a:xfrm>
            <a:off x="190500" y="2019300"/>
            <a:ext cx="20002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A3771DC-6A9C-419B-B762-65EC3C54AA40}"/>
              </a:ext>
            </a:extLst>
          </p:cNvPr>
          <p:cNvSpPr>
            <a:spLocks noGrp="1"/>
          </p:cNvSpPr>
          <p:nvPr/>
        </p:nvSpPr>
        <p:spPr>
          <a:xfrm>
            <a:off x="247650" y="2057400"/>
            <a:ext cx="1885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브레이크 중 약점 노출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09F4831-B59E-4C51-98F9-366168E874CC}"/>
              </a:ext>
            </a:extLst>
          </p:cNvPr>
          <p:cNvSpPr>
            <a:spLocks noGrp="1"/>
          </p:cNvSpPr>
          <p:nvPr/>
        </p:nvSpPr>
        <p:spPr>
          <a:xfrm>
            <a:off x="2190750" y="2019300"/>
            <a:ext cx="40957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DC98A560-6D77-421E-9DDB-404CA0D29A52}"/>
              </a:ext>
            </a:extLst>
          </p:cNvPr>
          <p:cNvSpPr>
            <a:spLocks noGrp="1"/>
          </p:cNvSpPr>
          <p:nvPr/>
        </p:nvSpPr>
        <p:spPr>
          <a:xfrm>
            <a:off x="2247900" y="2057400"/>
            <a:ext cx="39814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브레이크 중에도 약점이 보임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1F118F27-544E-4C78-8693-25938795018D}"/>
              </a:ext>
            </a:extLst>
          </p:cNvPr>
          <p:cNvSpPr>
            <a:spLocks noGrp="1"/>
          </p:cNvSpPr>
          <p:nvPr/>
        </p:nvSpPr>
        <p:spPr>
          <a:xfrm>
            <a:off x="6286500" y="2019300"/>
            <a:ext cx="514350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1F9856D4-89EA-4AF9-B2F5-A818C0EFCBA7}"/>
              </a:ext>
            </a:extLst>
          </p:cNvPr>
          <p:cNvSpPr>
            <a:spLocks noGrp="1"/>
          </p:cNvSpPr>
          <p:nvPr/>
        </p:nvSpPr>
        <p:spPr>
          <a:xfrm>
            <a:off x="6343650" y="2057400"/>
            <a:ext cx="50292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브레이크 중 약점 숨김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0CA9484-1CFD-4F73-8E75-0AC3FC566E51}"/>
              </a:ext>
            </a:extLst>
          </p:cNvPr>
          <p:cNvSpPr>
            <a:spLocks noGrp="1"/>
          </p:cNvSpPr>
          <p:nvPr/>
        </p:nvSpPr>
        <p:spPr>
          <a:xfrm>
            <a:off x="190500" y="2571750"/>
            <a:ext cx="2000250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5A89A1F3-3FEF-400D-9FC8-48D42B769D35}"/>
              </a:ext>
            </a:extLst>
          </p:cNvPr>
          <p:cNvSpPr>
            <a:spLocks noGrp="1"/>
          </p:cNvSpPr>
          <p:nvPr/>
        </p:nvSpPr>
        <p:spPr>
          <a:xfrm>
            <a:off x="247650" y="2609850"/>
            <a:ext cx="1885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비대상 광물 연출 발생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F36820D-4450-4FC9-961F-24A515B0AB21}"/>
              </a:ext>
            </a:extLst>
          </p:cNvPr>
          <p:cNvSpPr>
            <a:spLocks noGrp="1"/>
          </p:cNvSpPr>
          <p:nvPr/>
        </p:nvSpPr>
        <p:spPr>
          <a:xfrm>
            <a:off x="2190750" y="2571750"/>
            <a:ext cx="4095750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569A4DBD-47A4-484D-89DE-11D5960F6B16}"/>
              </a:ext>
            </a:extLst>
          </p:cNvPr>
          <p:cNvSpPr>
            <a:spLocks noGrp="1"/>
          </p:cNvSpPr>
          <p:nvPr/>
        </p:nvSpPr>
        <p:spPr>
          <a:xfrm>
            <a:off x="2247900" y="2609850"/>
            <a:ext cx="39814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일반 광물에 약점/브레이크 연출이 표시됨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6484EB34-BFF0-42CE-9B7E-AA13386CA3E9}"/>
              </a:ext>
            </a:extLst>
          </p:cNvPr>
          <p:cNvSpPr>
            <a:spLocks noGrp="1"/>
          </p:cNvSpPr>
          <p:nvPr/>
        </p:nvSpPr>
        <p:spPr>
          <a:xfrm>
            <a:off x="6286500" y="2571750"/>
            <a:ext cx="5143500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EA8E778A-500C-4C45-BA0F-2B46EAB7E0BE}"/>
              </a:ext>
            </a:extLst>
          </p:cNvPr>
          <p:cNvSpPr>
            <a:spLocks noGrp="1"/>
          </p:cNvSpPr>
          <p:nvPr/>
        </p:nvSpPr>
        <p:spPr>
          <a:xfrm>
            <a:off x="6343650" y="2609850"/>
            <a:ext cx="50292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BreakType 데이터 확인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8507AD5F-9DC5-49C5-98AA-6C2D3977B2DF}"/>
              </a:ext>
            </a:extLst>
          </p:cNvPr>
          <p:cNvSpPr>
            <a:spLocks noGrp="1"/>
          </p:cNvSpPr>
          <p:nvPr/>
        </p:nvSpPr>
        <p:spPr>
          <a:xfrm>
            <a:off x="190500" y="3124200"/>
            <a:ext cx="2000250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EE49DAE4-7005-41C5-ACE5-6E2675CC83A8}"/>
              </a:ext>
            </a:extLst>
          </p:cNvPr>
          <p:cNvSpPr>
            <a:spLocks noGrp="1"/>
          </p:cNvSpPr>
          <p:nvPr/>
        </p:nvSpPr>
        <p:spPr>
          <a:xfrm>
            <a:off x="247650" y="3162300"/>
            <a:ext cx="1885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연출 과다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3A776031-4411-4D7C-ADDC-573344818190}"/>
              </a:ext>
            </a:extLst>
          </p:cNvPr>
          <p:cNvSpPr>
            <a:spLocks noGrp="1"/>
          </p:cNvSpPr>
          <p:nvPr/>
        </p:nvSpPr>
        <p:spPr>
          <a:xfrm>
            <a:off x="2190750" y="3124200"/>
            <a:ext cx="4095750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9E01AE70-C71F-497D-83D2-ED73765A29BB}"/>
              </a:ext>
            </a:extLst>
          </p:cNvPr>
          <p:cNvSpPr>
            <a:spLocks noGrp="1"/>
          </p:cNvSpPr>
          <p:nvPr/>
        </p:nvSpPr>
        <p:spPr>
          <a:xfrm>
            <a:off x="2247900" y="3162300"/>
            <a:ext cx="39814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피격 스케일/외곽선이 과하게 흔들림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6DFC5F61-6335-4793-BDDB-A787F3C7AA10}"/>
              </a:ext>
            </a:extLst>
          </p:cNvPr>
          <p:cNvSpPr>
            <a:spLocks noGrp="1"/>
          </p:cNvSpPr>
          <p:nvPr/>
        </p:nvSpPr>
        <p:spPr>
          <a:xfrm>
            <a:off x="6286500" y="3124200"/>
            <a:ext cx="5143500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FD28F7BA-A8AC-44A2-A043-1DF623A30A4C}"/>
              </a:ext>
            </a:extLst>
          </p:cNvPr>
          <p:cNvSpPr>
            <a:spLocks noGrp="1"/>
          </p:cNvSpPr>
          <p:nvPr/>
        </p:nvSpPr>
        <p:spPr>
          <a:xfrm>
            <a:off x="6343650" y="3162300"/>
            <a:ext cx="50292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피격 스케일과 브레이크 라인 스케일 분리</a:t>
            </a:r>
          </a:p>
        </p:txBody>
      </p:sp>
    </p:spTree>
    <p:extLst>
      <p:ext uri="{BB962C8B-B14F-4D97-AF65-F5344CB8AC3E}">
        <p14:creationId xmlns:p14="http://schemas.microsoft.com/office/powerpoint/2010/main" val="39668143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978</Words>
  <Application>Microsoft Office PowerPoint</Application>
  <DocSecurity>0</DocSecurity>
  <PresentationFormat>와이드스크린</PresentationFormat>
  <Paragraphs>226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3" baseType="lpstr"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대승 고</cp:lastModifiedBy>
  <cp:revision>1</cp:revision>
  <dcterms:created xsi:type="dcterms:W3CDTF">2026-04-24T12:38:08Z</dcterms:created>
  <dcterms:modified xsi:type="dcterms:W3CDTF">2026-04-25T07:49:07Z</dcterms:modified>
</cp:coreProperties>
</file>