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BE491-F754-43BB-85E2-019DA971B60E}" v="48" dt="2026-04-24T12:34:04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undo redo custSel addSld delSld modSld">
      <pc:chgData name="대승 고" userId="8296c006db2f14ee" providerId="LiveId" clId="{F997F1B9-429E-4192-954F-F4CED232CDE9}" dt="2026-04-24T12:36:16.292" v="4564" actId="20577"/>
      <pc:docMkLst>
        <pc:docMk/>
      </pc:docMkLst>
      <pc:sldChg chg="delSp modSp mod">
        <pc:chgData name="대승 고" userId="8296c006db2f14ee" providerId="LiveId" clId="{F997F1B9-429E-4192-954F-F4CED232CDE9}" dt="2026-04-24T09:01:08.287" v="1863" actId="6549"/>
        <pc:sldMkLst>
          <pc:docMk/>
          <pc:sldMk cId="1527219558" sldId="256"/>
        </pc:sldMkLst>
        <pc:spChg chg="mod">
          <ac:chgData name="대승 고" userId="8296c006db2f14ee" providerId="LiveId" clId="{F997F1B9-429E-4192-954F-F4CED232CDE9}" dt="2026-04-24T09:01:08.287" v="1863" actId="6549"/>
          <ac:spMkLst>
            <pc:docMk/>
            <pc:sldMk cId="1527219558" sldId="256"/>
            <ac:spMk id="2" creationId="{57783F4B-1273-48E8-B12C-6E93D67F3AC3}"/>
          </ac:spMkLst>
        </pc:spChg>
        <pc:spChg chg="del">
          <ac:chgData name="대승 고" userId="8296c006db2f14ee" providerId="LiveId" clId="{F997F1B9-429E-4192-954F-F4CED232CDE9}" dt="2026-04-24T08:30:02.429" v="587" actId="478"/>
          <ac:spMkLst>
            <pc:docMk/>
            <pc:sldMk cId="1527219558" sldId="256"/>
            <ac:spMk id="3" creationId="{855638ED-10B5-43E8-A23E-6EB328443C45}"/>
          </ac:spMkLst>
        </pc:spChg>
        <pc:spChg chg="del">
          <ac:chgData name="대승 고" userId="8296c006db2f14ee" providerId="LiveId" clId="{F997F1B9-429E-4192-954F-F4CED232CDE9}" dt="2026-04-24T04:59:33.352" v="12" actId="478"/>
          <ac:spMkLst>
            <pc:docMk/>
            <pc:sldMk cId="1527219558" sldId="256"/>
            <ac:spMk id="4" creationId="{0C2FDC39-5A87-49BE-B604-ECDB383621D4}"/>
          </ac:spMkLst>
        </pc:spChg>
      </pc:sldChg>
      <pc:sldChg chg="delSp modSp mod">
        <pc:chgData name="대승 고" userId="8296c006db2f14ee" providerId="LiveId" clId="{F997F1B9-429E-4192-954F-F4CED232CDE9}" dt="2026-04-24T10:51:35.149" v="2806" actId="2711"/>
        <pc:sldMkLst>
          <pc:docMk/>
          <pc:sldMk cId="525846558" sldId="257"/>
        </pc:sldMkLst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4" creationId="{2632B403-9912-4D50-A713-BEDF04374B35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5" creationId="{B73C6442-A4D7-404B-8A6D-86DE3A4059E9}"/>
          </ac:spMkLst>
        </pc:spChg>
        <pc:spChg chg="mod">
          <ac:chgData name="대승 고" userId="8296c006db2f14ee" providerId="LiveId" clId="{F997F1B9-429E-4192-954F-F4CED232CDE9}" dt="2026-04-24T10:49:24.826" v="2750" actId="20577"/>
          <ac:spMkLst>
            <pc:docMk/>
            <pc:sldMk cId="525846558" sldId="257"/>
            <ac:spMk id="6" creationId="{18820293-8214-48F0-B795-1FACFAC2FF1F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7" creationId="{6938380F-2D1C-4FC5-B735-4F6DE7E4A0B3}"/>
          </ac:spMkLst>
        </pc:spChg>
        <pc:spChg chg="mod">
          <ac:chgData name="대승 고" userId="8296c006db2f14ee" providerId="LiveId" clId="{F997F1B9-429E-4192-954F-F4CED232CDE9}" dt="2026-04-24T10:49:37.433" v="2760" actId="20577"/>
          <ac:spMkLst>
            <pc:docMk/>
            <pc:sldMk cId="525846558" sldId="257"/>
            <ac:spMk id="8" creationId="{4FB9708E-6D52-4906-BDE1-EFDCF68354DA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9" creationId="{E5625521-CB52-47C4-9F7D-79775DAF0EA2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10" creationId="{DB1BD790-6C30-4955-9DE4-7503F7AD5F23}"/>
          </ac:spMkLst>
        </pc:spChg>
        <pc:spChg chg="mod">
          <ac:chgData name="대승 고" userId="8296c006db2f14ee" providerId="LiveId" clId="{F997F1B9-429E-4192-954F-F4CED232CDE9}" dt="2026-04-24T10:50:42.909" v="2789" actId="6549"/>
          <ac:spMkLst>
            <pc:docMk/>
            <pc:sldMk cId="525846558" sldId="257"/>
            <ac:spMk id="11" creationId="{E07BF92A-33D6-4CAF-BB8B-6F8D5FBDA62C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12" creationId="{64594842-F7FD-42B2-9F6F-C56A4D6DC0AD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13" creationId="{C487C1A7-1A04-4403-A504-D7457AD30488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14" creationId="{BE4D00D1-A5A8-4731-9A26-61762EC32127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15" creationId="{3266E56E-E7DA-4B6D-B66D-3C60B9A64892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6" creationId="{F99CE827-9FA9-4EE7-8A72-A454713AE204}"/>
          </ac:spMkLst>
        </pc:spChg>
        <pc:spChg chg="del">
          <ac:chgData name="대승 고" userId="8296c006db2f14ee" providerId="LiveId" clId="{F997F1B9-429E-4192-954F-F4CED232CDE9}" dt="2026-04-24T05:01:21.214" v="42" actId="478"/>
          <ac:spMkLst>
            <pc:docMk/>
            <pc:sldMk cId="525846558" sldId="257"/>
            <ac:spMk id="17" creationId="{93C4C6F8-CD9E-4800-A578-E62B7E6539B8}"/>
          </ac:spMkLst>
        </pc:spChg>
        <pc:spChg chg="mod">
          <ac:chgData name="대승 고" userId="8296c006db2f14ee" providerId="LiveId" clId="{F997F1B9-429E-4192-954F-F4CED232CDE9}" dt="2026-04-24T10:51:35.149" v="2806" actId="2711"/>
          <ac:spMkLst>
            <pc:docMk/>
            <pc:sldMk cId="525846558" sldId="257"/>
            <ac:spMk id="18" creationId="{38E7B01F-C386-48C4-A4E4-215494F98436}"/>
          </ac:spMkLst>
        </pc:spChg>
        <pc:spChg chg="del">
          <ac:chgData name="대승 고" userId="8296c006db2f14ee" providerId="LiveId" clId="{F997F1B9-429E-4192-954F-F4CED232CDE9}" dt="2026-04-24T04:59:37.109" v="13" actId="478"/>
          <ac:spMkLst>
            <pc:docMk/>
            <pc:sldMk cId="525846558" sldId="257"/>
            <ac:spMk id="19" creationId="{0C2FDC39-5A87-49BE-B604-ECDB383621D4}"/>
          </ac:spMkLst>
        </pc:spChg>
      </pc:sldChg>
      <pc:sldChg chg="delSp modSp mod">
        <pc:chgData name="대승 고" userId="8296c006db2f14ee" providerId="LiveId" clId="{F997F1B9-429E-4192-954F-F4CED232CDE9}" dt="2026-04-24T10:52:56.720" v="2838" actId="6549"/>
        <pc:sldMkLst>
          <pc:docMk/>
          <pc:sldMk cId="393132454" sldId="258"/>
        </pc:sldMkLst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4" creationId="{69FD2C99-DF39-465D-9A61-53D0951DBBE5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5" creationId="{1FF80F41-20B1-4782-9A39-894E3F47C09B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7" creationId="{5B458C1B-0083-46F9-A1F3-17E18B91A78C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8" creationId="{24E5C148-2BC4-4C09-A737-07CF3DD537E9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9" creationId="{BA6C2D8E-49B7-4D70-A04B-DDAAB5E1678D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10" creationId="{54DBE986-8374-488F-A29A-5F70E62FA54B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11" creationId="{7E705DCA-D6DB-4A40-99A3-5626B82B5C85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12" creationId="{EDFF4EA4-C696-4B0E-9789-FD6CDDE79D5A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13" creationId="{3A0E9971-3A7C-469A-BDAE-49E1E3D83285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14" creationId="{EA0E49DA-10AF-4998-B58C-E1B22F44A2BA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5" creationId="{FAA6DD05-A3E0-4DFF-8734-4DAD075EBBC9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6" creationId="{97A6D0A0-6887-40BA-A15B-F572EDDF420C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7" creationId="{71199911-3032-4CF2-AF49-8751BFA83ED8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18" creationId="{DC737971-450B-4D21-85B0-62F870184E3C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19" creationId="{FFB01960-49F0-4F42-ADDF-C64A4E425ADF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20" creationId="{BEE23633-4BCB-4905-AE11-41B4F4F4D036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21" creationId="{28B71A1E-7512-440F-B4F9-7BF6E5560BF2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2" creationId="{0AAD7C3D-A6F6-4748-B320-E43D3F850643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3" creationId="{D66CB521-CF15-4290-823C-CD041643AFC1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4" creationId="{C8191C47-32E1-46ED-A54C-5FAAA70EE281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5" creationId="{7F3BEA09-5BA8-4F0E-A226-3E16444E6A4C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6" creationId="{9D764923-EBE5-4A72-AD33-37C5D777E8AC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7" creationId="{E9FB6651-317B-4201-9D20-5703EF11DE48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28" creationId="{053A35F8-DE08-495C-AB2F-954EC1FF6E3B}"/>
          </ac:spMkLst>
        </pc:spChg>
        <pc:spChg chg="mod">
          <ac:chgData name="대승 고" userId="8296c006db2f14ee" providerId="LiveId" clId="{F997F1B9-429E-4192-954F-F4CED232CDE9}" dt="2026-04-24T10:52:01.194" v="2831" actId="2711"/>
          <ac:spMkLst>
            <pc:docMk/>
            <pc:sldMk cId="393132454" sldId="258"/>
            <ac:spMk id="29" creationId="{27D416A3-FC46-4674-8917-6471F3566D1F}"/>
          </ac:spMkLst>
        </pc:spChg>
        <pc:spChg chg="mod">
          <ac:chgData name="대승 고" userId="8296c006db2f14ee" providerId="LiveId" clId="{F997F1B9-429E-4192-954F-F4CED232CDE9}" dt="2026-04-24T05:02:03.991" v="76" actId="1076"/>
          <ac:spMkLst>
            <pc:docMk/>
            <pc:sldMk cId="393132454" sldId="258"/>
            <ac:spMk id="30" creationId="{7C40398F-04D5-4C75-967D-05AFC8CBE9AC}"/>
          </ac:spMkLst>
        </pc:spChg>
        <pc:spChg chg="mod">
          <ac:chgData name="대승 고" userId="8296c006db2f14ee" providerId="LiveId" clId="{F997F1B9-429E-4192-954F-F4CED232CDE9}" dt="2026-04-24T10:52:56.720" v="2838" actId="6549"/>
          <ac:spMkLst>
            <pc:docMk/>
            <pc:sldMk cId="393132454" sldId="258"/>
            <ac:spMk id="31" creationId="{E6E7A74C-60AA-4FB8-B7FF-9174571FA0A8}"/>
          </ac:spMkLst>
        </pc:spChg>
        <pc:spChg chg="mod">
          <ac:chgData name="대승 고" userId="8296c006db2f14ee" providerId="LiveId" clId="{F997F1B9-429E-4192-954F-F4CED232CDE9}" dt="2026-04-24T10:51:25.298" v="2803" actId="403"/>
          <ac:spMkLst>
            <pc:docMk/>
            <pc:sldMk cId="393132454" sldId="258"/>
            <ac:spMk id="32" creationId="{AFFE3923-E79A-4399-ACCC-DA1A509CE393}"/>
          </ac:spMkLst>
        </pc:spChg>
        <pc:spChg chg="mod">
          <ac:chgData name="대승 고" userId="8296c006db2f14ee" providerId="LiveId" clId="{F997F1B9-429E-4192-954F-F4CED232CDE9}" dt="2026-04-24T10:52:44.335" v="2834" actId="120"/>
          <ac:spMkLst>
            <pc:docMk/>
            <pc:sldMk cId="393132454" sldId="258"/>
            <ac:spMk id="33" creationId="{117E1B44-12DB-4EBE-B9A9-7BC32BB725FD}"/>
          </ac:spMkLst>
        </pc:spChg>
        <pc:spChg chg="del">
          <ac:chgData name="대승 고" userId="8296c006db2f14ee" providerId="LiveId" clId="{F997F1B9-429E-4192-954F-F4CED232CDE9}" dt="2026-04-24T05:02:07.666" v="77" actId="478"/>
          <ac:spMkLst>
            <pc:docMk/>
            <pc:sldMk cId="393132454" sldId="258"/>
            <ac:spMk id="34" creationId="{6BC382B0-982D-49C4-91AC-05D2821B655D}"/>
          </ac:spMkLst>
        </pc:spChg>
        <pc:spChg chg="del">
          <ac:chgData name="대승 고" userId="8296c006db2f14ee" providerId="LiveId" clId="{F997F1B9-429E-4192-954F-F4CED232CDE9}" dt="2026-04-24T05:02:07.666" v="77" actId="478"/>
          <ac:spMkLst>
            <pc:docMk/>
            <pc:sldMk cId="393132454" sldId="258"/>
            <ac:spMk id="35" creationId="{0674BED8-54FC-43DF-BA48-6734AF3CCE5D}"/>
          </ac:spMkLst>
        </pc:spChg>
        <pc:spChg chg="del">
          <ac:chgData name="대승 고" userId="8296c006db2f14ee" providerId="LiveId" clId="{F997F1B9-429E-4192-954F-F4CED232CDE9}" dt="2026-04-24T05:02:07.666" v="77" actId="478"/>
          <ac:spMkLst>
            <pc:docMk/>
            <pc:sldMk cId="393132454" sldId="258"/>
            <ac:spMk id="36" creationId="{871045BC-4D5B-4A62-BC5F-D9AEAB81F29C}"/>
          </ac:spMkLst>
        </pc:spChg>
        <pc:spChg chg="del">
          <ac:chgData name="대승 고" userId="8296c006db2f14ee" providerId="LiveId" clId="{F997F1B9-429E-4192-954F-F4CED232CDE9}" dt="2026-04-24T05:01:57.142" v="67" actId="478"/>
          <ac:spMkLst>
            <pc:docMk/>
            <pc:sldMk cId="393132454" sldId="258"/>
            <ac:spMk id="37" creationId="{0C2FDC39-5A87-49BE-B604-ECDB383621D4}"/>
          </ac:spMkLst>
        </pc:spChg>
      </pc:sldChg>
      <pc:sldChg chg="addSp delSp modSp mod">
        <pc:chgData name="대승 고" userId="8296c006db2f14ee" providerId="LiveId" clId="{F997F1B9-429E-4192-954F-F4CED232CDE9}" dt="2026-04-24T12:33:06.409" v="4485" actId="20577"/>
        <pc:sldMkLst>
          <pc:docMk/>
          <pc:sldMk cId="1914450675" sldId="259"/>
        </pc:sldMkLst>
        <pc:spChg chg="mod">
          <ac:chgData name="대승 고" userId="8296c006db2f14ee" providerId="LiveId" clId="{F997F1B9-429E-4192-954F-F4CED232CDE9}" dt="2026-04-24T09:08:29.025" v="1920" actId="20577"/>
          <ac:spMkLst>
            <pc:docMk/>
            <pc:sldMk cId="1914450675" sldId="259"/>
            <ac:spMk id="2" creationId="{946A97D7-9997-47B9-8DEE-859FFE645D06}"/>
          </ac:spMkLst>
        </pc:spChg>
        <pc:spChg chg="mod">
          <ac:chgData name="대승 고" userId="8296c006db2f14ee" providerId="LiveId" clId="{F997F1B9-429E-4192-954F-F4CED232CDE9}" dt="2026-04-24T10:53:21.457" v="2840" actId="255"/>
          <ac:spMkLst>
            <pc:docMk/>
            <pc:sldMk cId="1914450675" sldId="259"/>
            <ac:spMk id="4" creationId="{E2E76F12-75CC-464B-85E5-C945114FEF7E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5" creationId="{AAD66BB2-24E3-4D19-9C79-81722143ECC5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6" creationId="{76C8D893-663C-43BE-BA0F-5440BD26FEC5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7" creationId="{EE8DF122-B47A-419D-950C-0DBE13156C5D}"/>
          </ac:spMkLst>
        </pc:spChg>
        <pc:spChg chg="mod">
          <ac:chgData name="대승 고" userId="8296c006db2f14ee" providerId="LiveId" clId="{F997F1B9-429E-4192-954F-F4CED232CDE9}" dt="2026-04-24T08:39:02.039" v="618" actId="20577"/>
          <ac:spMkLst>
            <pc:docMk/>
            <pc:sldMk cId="1914450675" sldId="259"/>
            <ac:spMk id="8" creationId="{03447D16-4757-457F-941A-79E1C0D48C66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9" creationId="{CFB7437C-ADC6-4DE7-8C2D-FA36754C4552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10" creationId="{06F0D652-45BA-46E8-ABC4-1C30012115C8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11" creationId="{7E74E6F6-C073-4D11-8A59-443C3699A446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12" creationId="{9FF3A05D-80EC-4FDD-BDE7-598247CC414D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13" creationId="{ED72E069-DA5B-410B-91C8-B2717207792C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14" creationId="{692A61A8-9B77-40B2-AA73-450013E11FAF}"/>
          </ac:spMkLst>
        </pc:spChg>
        <pc:spChg chg="mod">
          <ac:chgData name="대승 고" userId="8296c006db2f14ee" providerId="LiveId" clId="{F997F1B9-429E-4192-954F-F4CED232CDE9}" dt="2026-04-24T08:39:16.075" v="620" actId="1076"/>
          <ac:spMkLst>
            <pc:docMk/>
            <pc:sldMk cId="1914450675" sldId="259"/>
            <ac:spMk id="16" creationId="{D00D9CD5-B22E-4497-863B-01B666844B4D}"/>
          </ac:spMkLst>
        </pc:spChg>
        <pc:spChg chg="mod">
          <ac:chgData name="대승 고" userId="8296c006db2f14ee" providerId="LiveId" clId="{F997F1B9-429E-4192-954F-F4CED232CDE9}" dt="2026-04-24T08:40:44.558" v="741" actId="1076"/>
          <ac:spMkLst>
            <pc:docMk/>
            <pc:sldMk cId="1914450675" sldId="259"/>
            <ac:spMk id="17" creationId="{7DA1FA5A-EF63-45D7-B7A1-FBF8F78EA6C8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18" creationId="{2FC653F4-7D09-43B3-8CD0-335883697863}"/>
          </ac:spMkLst>
        </pc:spChg>
        <pc:spChg chg="mod">
          <ac:chgData name="대승 고" userId="8296c006db2f14ee" providerId="LiveId" clId="{F997F1B9-429E-4192-954F-F4CED232CDE9}" dt="2026-04-24T10:53:40.657" v="2848" actId="20577"/>
          <ac:spMkLst>
            <pc:docMk/>
            <pc:sldMk cId="1914450675" sldId="259"/>
            <ac:spMk id="20" creationId="{5F3757F1-32DB-445B-91D8-5A5F3D805647}"/>
          </ac:spMkLst>
        </pc:spChg>
        <pc:spChg chg="mod">
          <ac:chgData name="대승 고" userId="8296c006db2f14ee" providerId="LiveId" clId="{F997F1B9-429E-4192-954F-F4CED232CDE9}" dt="2026-04-24T08:40:44.558" v="741" actId="1076"/>
          <ac:spMkLst>
            <pc:docMk/>
            <pc:sldMk cId="1914450675" sldId="259"/>
            <ac:spMk id="21" creationId="{67B03F64-0816-42B5-875C-47E8ED5AF429}"/>
          </ac:spMkLst>
        </pc:spChg>
        <pc:spChg chg="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22" creationId="{4B9FAD32-AC64-4867-A015-FB25252D5D6D}"/>
          </ac:spMkLst>
        </pc:spChg>
        <pc:spChg chg="add del mod">
          <ac:chgData name="대승 고" userId="8296c006db2f14ee" providerId="LiveId" clId="{F997F1B9-429E-4192-954F-F4CED232CDE9}" dt="2026-04-24T11:11:03.419" v="3395" actId="478"/>
          <ac:spMkLst>
            <pc:docMk/>
            <pc:sldMk cId="1914450675" sldId="259"/>
            <ac:spMk id="23" creationId="{00233C87-1D48-873D-36BA-6E4D47327792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3" creationId="{632D635B-294F-4C20-AAF3-E31E5ECAF86F}"/>
          </ac:spMkLst>
        </pc:spChg>
        <pc:spChg chg="add del mod">
          <ac:chgData name="대승 고" userId="8296c006db2f14ee" providerId="LiveId" clId="{F997F1B9-429E-4192-954F-F4CED232CDE9}" dt="2026-04-24T11:11:00.968" v="3394" actId="478"/>
          <ac:spMkLst>
            <pc:docMk/>
            <pc:sldMk cId="1914450675" sldId="259"/>
            <ac:spMk id="24" creationId="{516E7960-F514-C091-2A52-5973AAA019A7}"/>
          </ac:spMkLst>
        </pc:spChg>
        <pc:spChg chg="del mod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4" creationId="{F3A2E75E-BCC9-4579-B636-57759D17608A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5" creationId="{7AE180C7-F956-464D-A876-ABDE340290CD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6" creationId="{B351610D-0653-4FF5-8264-6FDB2B243443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7" creationId="{34D8B380-6ECC-4F00-BEAF-9C4C24B53337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8" creationId="{2A94A00E-5D3E-42C1-AB4B-2F90FA8A768D}"/>
          </ac:spMkLst>
        </pc:spChg>
        <pc:spChg chg="mod">
          <ac:chgData name="대승 고" userId="8296c006db2f14ee" providerId="LiveId" clId="{F997F1B9-429E-4192-954F-F4CED232CDE9}" dt="2026-04-24T11:11:18.322" v="3397" actId="2711"/>
          <ac:spMkLst>
            <pc:docMk/>
            <pc:sldMk cId="1914450675" sldId="259"/>
            <ac:spMk id="29" creationId="{38B4E727-9A67-42A8-A8CE-274EA6FE2D2B}"/>
          </ac:spMkLst>
        </pc:spChg>
        <pc:spChg chg="mod">
          <ac:chgData name="대승 고" userId="8296c006db2f14ee" providerId="LiveId" clId="{F997F1B9-429E-4192-954F-F4CED232CDE9}" dt="2026-04-24T11:11:41.756" v="3431" actId="20577"/>
          <ac:spMkLst>
            <pc:docMk/>
            <pc:sldMk cId="1914450675" sldId="259"/>
            <ac:spMk id="30" creationId="{2B397918-82DE-4556-AA15-70C90B47A37E}"/>
          </ac:spMkLst>
        </pc:spChg>
        <pc:spChg chg="mod">
          <ac:chgData name="대승 고" userId="8296c006db2f14ee" providerId="LiveId" clId="{F997F1B9-429E-4192-954F-F4CED232CDE9}" dt="2026-04-24T12:33:06.409" v="4485" actId="20577"/>
          <ac:spMkLst>
            <pc:docMk/>
            <pc:sldMk cId="1914450675" sldId="259"/>
            <ac:spMk id="31" creationId="{BEC6EED5-D6CE-4C0B-B428-A70C85600A60}"/>
          </ac:spMkLst>
        </pc:spChg>
        <pc:spChg chg="add del mod">
          <ac:chgData name="대승 고" userId="8296c006db2f14ee" providerId="LiveId" clId="{F997F1B9-429E-4192-954F-F4CED232CDE9}" dt="2026-04-24T09:09:08.765" v="1923" actId="478"/>
          <ac:spMkLst>
            <pc:docMk/>
            <pc:sldMk cId="1914450675" sldId="259"/>
            <ac:spMk id="32" creationId="{0C2CFDB3-CB4F-4CD0-BD04-CF38D1625D15}"/>
          </ac:spMkLst>
        </pc:spChg>
        <pc:spChg chg="del">
          <ac:chgData name="대승 고" userId="8296c006db2f14ee" providerId="LiveId" clId="{F997F1B9-429E-4192-954F-F4CED232CDE9}" dt="2026-04-24T05:06:32.426" v="470" actId="478"/>
          <ac:spMkLst>
            <pc:docMk/>
            <pc:sldMk cId="1914450675" sldId="259"/>
            <ac:spMk id="33" creationId="{B3E88643-E47E-4F45-969E-651646250763}"/>
          </ac:spMkLst>
        </pc:spChg>
        <pc:spChg chg="del">
          <ac:chgData name="대승 고" userId="8296c006db2f14ee" providerId="LiveId" clId="{F997F1B9-429E-4192-954F-F4CED232CDE9}" dt="2026-04-24T05:06:32.426" v="470" actId="478"/>
          <ac:spMkLst>
            <pc:docMk/>
            <pc:sldMk cId="1914450675" sldId="259"/>
            <ac:spMk id="34" creationId="{993227E2-5432-4DFD-B7CE-6CBB0D7AEF68}"/>
          </ac:spMkLst>
        </pc:spChg>
        <pc:spChg chg="del">
          <ac:chgData name="대승 고" userId="8296c006db2f14ee" providerId="LiveId" clId="{F997F1B9-429E-4192-954F-F4CED232CDE9}" dt="2026-04-24T05:06:32.426" v="470" actId="478"/>
          <ac:spMkLst>
            <pc:docMk/>
            <pc:sldMk cId="1914450675" sldId="259"/>
            <ac:spMk id="35" creationId="{7B71E9DB-6059-4BEF-89C8-8C677A5E0B4C}"/>
          </ac:spMkLst>
        </pc:spChg>
        <pc:spChg chg="del">
          <ac:chgData name="대승 고" userId="8296c006db2f14ee" providerId="LiveId" clId="{F997F1B9-429E-4192-954F-F4CED232CDE9}" dt="2026-04-24T05:05:01.049" v="373" actId="478"/>
          <ac:spMkLst>
            <pc:docMk/>
            <pc:sldMk cId="1914450675" sldId="259"/>
            <ac:spMk id="36" creationId="{0C2FDC39-5A87-49BE-B604-ECDB383621D4}"/>
          </ac:spMkLst>
        </pc:spChg>
        <pc:spChg chg="add mod">
          <ac:chgData name="대승 고" userId="8296c006db2f14ee" providerId="LiveId" clId="{F997F1B9-429E-4192-954F-F4CED232CDE9}" dt="2026-04-24T12:32:14.116" v="4464" actId="2711"/>
          <ac:spMkLst>
            <pc:docMk/>
            <pc:sldMk cId="1914450675" sldId="259"/>
            <ac:spMk id="37" creationId="{FA586D93-2848-2492-4C2F-ED5339E5FC28}"/>
          </ac:spMkLst>
        </pc:spChg>
        <pc:spChg chg="add 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38" creationId="{08CDC577-37DA-49E0-9D30-4DBED552C8FE}"/>
          </ac:spMkLst>
        </pc:spChg>
        <pc:spChg chg="add mod">
          <ac:chgData name="대승 고" userId="8296c006db2f14ee" providerId="LiveId" clId="{F997F1B9-429E-4192-954F-F4CED232CDE9}" dt="2026-04-24T11:11:13.069" v="3396" actId="2711"/>
          <ac:spMkLst>
            <pc:docMk/>
            <pc:sldMk cId="1914450675" sldId="259"/>
            <ac:spMk id="39" creationId="{C994726A-62A6-CC94-B67C-0F628E3B3654}"/>
          </ac:spMkLst>
        </pc:spChg>
        <pc:spChg chg="add mod">
          <ac:chgData name="대승 고" userId="8296c006db2f14ee" providerId="LiveId" clId="{F997F1B9-429E-4192-954F-F4CED232CDE9}" dt="2026-04-24T08:40:39.783" v="740" actId="571"/>
          <ac:spMkLst>
            <pc:docMk/>
            <pc:sldMk cId="1914450675" sldId="259"/>
            <ac:spMk id="40" creationId="{5DDDD37C-E81E-F53F-0D08-86E74271B41F}"/>
          </ac:spMkLst>
        </pc:spChg>
        <pc:spChg chg="add mod">
          <ac:chgData name="대승 고" userId="8296c006db2f14ee" providerId="LiveId" clId="{F997F1B9-429E-4192-954F-F4CED232CDE9}" dt="2026-04-24T10:53:55.347" v="2858" actId="20577"/>
          <ac:spMkLst>
            <pc:docMk/>
            <pc:sldMk cId="1914450675" sldId="259"/>
            <ac:spMk id="41" creationId="{F6480740-165C-5915-594A-6E2CA24E20F5}"/>
          </ac:spMkLst>
        </pc:spChg>
        <pc:spChg chg="add mod">
          <ac:chgData name="대승 고" userId="8296c006db2f14ee" providerId="LiveId" clId="{F997F1B9-429E-4192-954F-F4CED232CDE9}" dt="2026-04-24T08:40:44.558" v="741" actId="1076"/>
          <ac:spMkLst>
            <pc:docMk/>
            <pc:sldMk cId="1914450675" sldId="259"/>
            <ac:spMk id="42" creationId="{B06ED444-E21B-AA0A-F357-4B0272DA53AA}"/>
          </ac:spMkLst>
        </pc:spChg>
        <pc:spChg chg="add mod">
          <ac:chgData name="대승 고" userId="8296c006db2f14ee" providerId="LiveId" clId="{F997F1B9-429E-4192-954F-F4CED232CDE9}" dt="2026-04-24T10:54:12.911" v="2910" actId="20577"/>
          <ac:spMkLst>
            <pc:docMk/>
            <pc:sldMk cId="1914450675" sldId="259"/>
            <ac:spMk id="43" creationId="{191E6732-B2AA-044D-9894-008026314B75}"/>
          </ac:spMkLst>
        </pc:spChg>
        <pc:spChg chg="add mod">
          <ac:chgData name="대승 고" userId="8296c006db2f14ee" providerId="LiveId" clId="{F997F1B9-429E-4192-954F-F4CED232CDE9}" dt="2026-04-24T08:44:03.170" v="1222" actId="20577"/>
          <ac:spMkLst>
            <pc:docMk/>
            <pc:sldMk cId="1914450675" sldId="259"/>
            <ac:spMk id="44" creationId="{CD0E559A-C22E-CA4B-4BD2-FAEC7F2DAF93}"/>
          </ac:spMkLst>
        </pc:spChg>
      </pc:sldChg>
      <pc:sldChg chg="addSp delSp modSp mod">
        <pc:chgData name="대승 고" userId="8296c006db2f14ee" providerId="LiveId" clId="{F997F1B9-429E-4192-954F-F4CED232CDE9}" dt="2026-04-24T12:34:10.712" v="4534" actId="20577"/>
        <pc:sldMkLst>
          <pc:docMk/>
          <pc:sldMk cId="519721974" sldId="260"/>
        </pc:sldMkLst>
        <pc:spChg chg="del">
          <ac:chgData name="대승 고" userId="8296c006db2f14ee" providerId="LiveId" clId="{F997F1B9-429E-4192-954F-F4CED232CDE9}" dt="2026-04-24T08:45:36.897" v="1265" actId="478"/>
          <ac:spMkLst>
            <pc:docMk/>
            <pc:sldMk cId="519721974" sldId="260"/>
            <ac:spMk id="4" creationId="{C089BFFC-3F02-4585-AC56-71FAC0A737B1}"/>
          </ac:spMkLst>
        </pc:spChg>
        <pc:spChg chg="add mod">
          <ac:chgData name="대승 고" userId="8296c006db2f14ee" providerId="LiveId" clId="{F997F1B9-429E-4192-954F-F4CED232CDE9}" dt="2026-04-24T12:33:15.835" v="4487" actId="6549"/>
          <ac:spMkLst>
            <pc:docMk/>
            <pc:sldMk cId="519721974" sldId="260"/>
            <ac:spMk id="4" creationId="{CDF918A1-3D6F-D556-0A48-592B67B82C54}"/>
          </ac:spMkLst>
        </pc:spChg>
        <pc:spChg chg="del mod">
          <ac:chgData name="대승 고" userId="8296c006db2f14ee" providerId="LiveId" clId="{F997F1B9-429E-4192-954F-F4CED232CDE9}" dt="2026-04-24T08:45:36.897" v="1265" actId="478"/>
          <ac:spMkLst>
            <pc:docMk/>
            <pc:sldMk cId="519721974" sldId="260"/>
            <ac:spMk id="5" creationId="{6352F53A-2342-4C75-90D7-5D333A6E3ADF}"/>
          </ac:spMkLst>
        </pc:spChg>
        <pc:spChg chg="del">
          <ac:chgData name="대승 고" userId="8296c006db2f14ee" providerId="LiveId" clId="{F997F1B9-429E-4192-954F-F4CED232CDE9}" dt="2026-04-24T08:45:36.897" v="1265" actId="478"/>
          <ac:spMkLst>
            <pc:docMk/>
            <pc:sldMk cId="519721974" sldId="260"/>
            <ac:spMk id="6" creationId="{B713C000-0DF4-4847-B26D-D57389A9FF70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7" creationId="{2E8D29A6-9AB3-4744-AD90-CC42D52E255B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8" creationId="{CE5A4204-507D-4081-8A3F-CED4DBDB43EC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9" creationId="{FF974882-E441-4CB8-939F-7DC1779A545A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0" creationId="{F4896ECE-C9D1-48BC-A15F-E7158FC1D1D4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1" creationId="{8E3811FD-FE05-4E8C-92AF-56CEF26F4AF1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2" creationId="{58B457C9-2BD0-4536-B416-3B7CE216EFC5}"/>
          </ac:spMkLst>
        </pc:spChg>
        <pc:spChg chg="add del 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3" creationId="{DBCAEA74-A5D4-4E09-9635-D19FC0B07ACC}"/>
          </ac:spMkLst>
        </pc:spChg>
        <pc:spChg chg="add del 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4" creationId="{F8AD8E52-5DBA-4465-80D2-389A8D5FA03E}"/>
          </ac:spMkLst>
        </pc:spChg>
        <pc:spChg chg="add del mod">
          <ac:chgData name="대승 고" userId="8296c006db2f14ee" providerId="LiveId" clId="{F997F1B9-429E-4192-954F-F4CED232CDE9}" dt="2026-04-24T09:11:22.061" v="2041" actId="6549"/>
          <ac:spMkLst>
            <pc:docMk/>
            <pc:sldMk cId="519721974" sldId="260"/>
            <ac:spMk id="15" creationId="{8F8D46D6-399C-4D2F-8584-B9204E04DD02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6" creationId="{012A5CB0-9FA4-4132-A7A0-33222A73165A}"/>
          </ac:spMkLst>
        </pc:spChg>
        <pc:spChg chg="mod">
          <ac:chgData name="대승 고" userId="8296c006db2f14ee" providerId="LiveId" clId="{F997F1B9-429E-4192-954F-F4CED232CDE9}" dt="2026-04-24T11:15:42.472" v="3519" actId="255"/>
          <ac:spMkLst>
            <pc:docMk/>
            <pc:sldMk cId="519721974" sldId="260"/>
            <ac:spMk id="17" creationId="{7FFC8F07-5F49-4F38-A1CA-2768DCA776F1}"/>
          </ac:spMkLst>
        </pc:spChg>
        <pc:spChg chg="del mod">
          <ac:chgData name="대승 고" userId="8296c006db2f14ee" providerId="LiveId" clId="{F997F1B9-429E-4192-954F-F4CED232CDE9}" dt="2026-04-24T09:11:29.318" v="2046" actId="478"/>
          <ac:spMkLst>
            <pc:docMk/>
            <pc:sldMk cId="519721974" sldId="260"/>
            <ac:spMk id="18" creationId="{F565635A-665B-4B53-85AE-F2A6E686EE8C}"/>
          </ac:spMkLst>
        </pc:spChg>
        <pc:spChg chg="del mod">
          <ac:chgData name="대승 고" userId="8296c006db2f14ee" providerId="LiveId" clId="{F997F1B9-429E-4192-954F-F4CED232CDE9}" dt="2026-04-24T09:11:29.318" v="2046" actId="478"/>
          <ac:spMkLst>
            <pc:docMk/>
            <pc:sldMk cId="519721974" sldId="260"/>
            <ac:spMk id="19" creationId="{E46928D8-8338-4A7D-BAAB-D4EBEE3410B2}"/>
          </ac:spMkLst>
        </pc:spChg>
        <pc:spChg chg="del mod">
          <ac:chgData name="대승 고" userId="8296c006db2f14ee" providerId="LiveId" clId="{F997F1B9-429E-4192-954F-F4CED232CDE9}" dt="2026-04-24T09:11:29.318" v="2046" actId="478"/>
          <ac:spMkLst>
            <pc:docMk/>
            <pc:sldMk cId="519721974" sldId="260"/>
            <ac:spMk id="20" creationId="{5FC0A681-B324-4CC1-AEAE-EE4FA4D41E5B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1" creationId="{79909143-EA3B-45D6-AA3A-A9704C2D70C7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2" creationId="{5D1C280A-119B-4B7D-96CB-5B5D7CC7DD0A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3" creationId="{C3565DEA-AD1A-45C4-BEBC-005F75787070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4" creationId="{99882D62-AA98-455F-98BC-1BFC4558FC8E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5" creationId="{B39C7D8C-01A2-4D22-8C59-CFD980C440E7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6" creationId="{5C0C1C34-EA96-46E1-A878-0DB77DFBEBDC}"/>
          </ac:spMkLst>
        </pc:spChg>
        <pc:spChg chg="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27" creationId="{0762B67D-A58C-4BD7-A247-9B1A94BD82AA}"/>
          </ac:spMkLst>
        </pc:spChg>
        <pc:spChg chg="mod">
          <ac:chgData name="대승 고" userId="8296c006db2f14ee" providerId="LiveId" clId="{F997F1B9-429E-4192-954F-F4CED232CDE9}" dt="2026-04-24T11:01:11.251" v="3060" actId="20577"/>
          <ac:spMkLst>
            <pc:docMk/>
            <pc:sldMk cId="519721974" sldId="260"/>
            <ac:spMk id="28" creationId="{3D46AD17-4C68-4636-AC48-5DD5B5C32636}"/>
          </ac:spMkLst>
        </pc:spChg>
        <pc:spChg chg="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29" creationId="{E069797B-8EC7-4CAB-A272-95ADB28C32A4}"/>
          </ac:spMkLst>
        </pc:spChg>
        <pc:spChg chg="del">
          <ac:chgData name="대승 고" userId="8296c006db2f14ee" providerId="LiveId" clId="{F997F1B9-429E-4192-954F-F4CED232CDE9}" dt="2026-04-24T09:13:32.566" v="2272" actId="478"/>
          <ac:spMkLst>
            <pc:docMk/>
            <pc:sldMk cId="519721974" sldId="260"/>
            <ac:spMk id="30" creationId="{DC4354C4-0B36-4793-9679-606179A9A76E}"/>
          </ac:spMkLst>
        </pc:spChg>
        <pc:spChg chg="del">
          <ac:chgData name="대승 고" userId="8296c006db2f14ee" providerId="LiveId" clId="{F997F1B9-429E-4192-954F-F4CED232CDE9}" dt="2026-04-24T05:08:08.860" v="487" actId="478"/>
          <ac:spMkLst>
            <pc:docMk/>
            <pc:sldMk cId="519721974" sldId="260"/>
            <ac:spMk id="31" creationId="{0C2FDC39-5A87-49BE-B604-ECDB383621D4}"/>
          </ac:spMkLst>
        </pc:spChg>
        <pc:spChg chg="add 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32" creationId="{76C39D45-F7FB-A4C2-9FDC-ECB2DE10E074}"/>
          </ac:spMkLst>
        </pc:spChg>
        <pc:spChg chg="add mod">
          <ac:chgData name="대승 고" userId="8296c006db2f14ee" providerId="LiveId" clId="{F997F1B9-429E-4192-954F-F4CED232CDE9}" dt="2026-04-24T10:58:52.644" v="2918" actId="20577"/>
          <ac:spMkLst>
            <pc:docMk/>
            <pc:sldMk cId="519721974" sldId="260"/>
            <ac:spMk id="33" creationId="{774EA727-3A9A-81C0-C2B6-02710899D3D1}"/>
          </ac:spMkLst>
        </pc:spChg>
        <pc:spChg chg="add mod">
          <ac:chgData name="대승 고" userId="8296c006db2f14ee" providerId="LiveId" clId="{F997F1B9-429E-4192-954F-F4CED232CDE9}" dt="2026-04-24T12:34:04.618" v="4525"/>
          <ac:spMkLst>
            <pc:docMk/>
            <pc:sldMk cId="519721974" sldId="260"/>
            <ac:spMk id="34" creationId="{EB4F1578-FBDA-4E54-6574-845C214544A1}"/>
          </ac:spMkLst>
        </pc:spChg>
        <pc:spChg chg="add mod">
          <ac:chgData name="대승 고" userId="8296c006db2f14ee" providerId="LiveId" clId="{F997F1B9-429E-4192-954F-F4CED232CDE9}" dt="2026-04-24T12:34:10.712" v="4534" actId="20577"/>
          <ac:spMkLst>
            <pc:docMk/>
            <pc:sldMk cId="519721974" sldId="260"/>
            <ac:spMk id="35" creationId="{CA758A90-9519-BD88-DD7C-D42FCFA719B2}"/>
          </ac:spMkLst>
        </pc:spChg>
        <pc:cxnChg chg="add del mod">
          <ac:chgData name="대승 고" userId="8296c006db2f14ee" providerId="LiveId" clId="{F997F1B9-429E-4192-954F-F4CED232CDE9}" dt="2026-04-24T11:56:36.578" v="4439" actId="478"/>
          <ac:cxnSpMkLst>
            <pc:docMk/>
            <pc:sldMk cId="519721974" sldId="260"/>
            <ac:cxnSpMk id="6" creationId="{6CDFCE6A-9E8E-A854-90FB-28FFD67A5352}"/>
          </ac:cxnSpMkLst>
        </pc:cxnChg>
      </pc:sldChg>
      <pc:sldChg chg="addSp delSp modSp mod">
        <pc:chgData name="대승 고" userId="8296c006db2f14ee" providerId="LiveId" clId="{F997F1B9-429E-4192-954F-F4CED232CDE9}" dt="2026-04-24T12:34:55.048" v="4563" actId="20577"/>
        <pc:sldMkLst>
          <pc:docMk/>
          <pc:sldMk cId="1004735917" sldId="261"/>
        </pc:sldMkLst>
        <pc:spChg chg="mod">
          <ac:chgData name="대승 고" userId="8296c006db2f14ee" providerId="LiveId" clId="{F997F1B9-429E-4192-954F-F4CED232CDE9}" dt="2026-04-24T11:15:35.357" v="3518" actId="255"/>
          <ac:spMkLst>
            <pc:docMk/>
            <pc:sldMk cId="1004735917" sldId="261"/>
            <ac:spMk id="4" creationId="{2824638C-CCE1-4D65-9D91-B1D470D91CFF}"/>
          </ac:spMkLst>
        </pc:spChg>
        <pc:spChg chg="mod">
          <ac:chgData name="대승 고" userId="8296c006db2f14ee" providerId="LiveId" clId="{F997F1B9-429E-4192-954F-F4CED232CDE9}" dt="2026-04-24T11:15:35.357" v="3518" actId="255"/>
          <ac:spMkLst>
            <pc:docMk/>
            <pc:sldMk cId="1004735917" sldId="261"/>
            <ac:spMk id="6" creationId="{99E954B6-7058-4F21-AEFA-B7011FFB6420}"/>
          </ac:spMkLst>
        </pc:spChg>
        <pc:spChg chg="mod">
          <ac:chgData name="대승 고" userId="8296c006db2f14ee" providerId="LiveId" clId="{F997F1B9-429E-4192-954F-F4CED232CDE9}" dt="2026-04-24T11:15:35.357" v="3518" actId="255"/>
          <ac:spMkLst>
            <pc:docMk/>
            <pc:sldMk cId="1004735917" sldId="261"/>
            <ac:spMk id="7" creationId="{F923FF6E-F1E1-41CE-9C49-A23DB6DFE41F}"/>
          </ac:spMkLst>
        </pc:spChg>
        <pc:spChg chg="mod">
          <ac:chgData name="대승 고" userId="8296c006db2f14ee" providerId="LiveId" clId="{F997F1B9-429E-4192-954F-F4CED232CDE9}" dt="2026-04-24T11:55:46.442" v="4422" actId="20577"/>
          <ac:spMkLst>
            <pc:docMk/>
            <pc:sldMk cId="1004735917" sldId="261"/>
            <ac:spMk id="8" creationId="{1B522287-A772-40B9-8006-3697A7BFEB0B}"/>
          </ac:spMkLst>
        </pc:spChg>
        <pc:spChg chg="mod">
          <ac:chgData name="대승 고" userId="8296c006db2f14ee" providerId="LiveId" clId="{F997F1B9-429E-4192-954F-F4CED232CDE9}" dt="2026-04-24T11:55:57.112" v="4430" actId="20577"/>
          <ac:spMkLst>
            <pc:docMk/>
            <pc:sldMk cId="1004735917" sldId="261"/>
            <ac:spMk id="11" creationId="{90F75B2D-12AE-49F0-A951-2D99F1475777}"/>
          </ac:spMkLst>
        </pc:spChg>
        <pc:spChg chg="mod">
          <ac:chgData name="대승 고" userId="8296c006db2f14ee" providerId="LiveId" clId="{F997F1B9-429E-4192-954F-F4CED232CDE9}" dt="2026-04-24T11:15:35.357" v="3518" actId="255"/>
          <ac:spMkLst>
            <pc:docMk/>
            <pc:sldMk cId="1004735917" sldId="261"/>
            <ac:spMk id="12" creationId="{5EDE8324-83F2-4E82-B0CE-12A8635E67D7}"/>
          </ac:spMkLst>
        </pc:spChg>
        <pc:spChg chg="mod">
          <ac:chgData name="대승 고" userId="8296c006db2f14ee" providerId="LiveId" clId="{F997F1B9-429E-4192-954F-F4CED232CDE9}" dt="2026-04-24T11:15:35.357" v="3518" actId="255"/>
          <ac:spMkLst>
            <pc:docMk/>
            <pc:sldMk cId="1004735917" sldId="261"/>
            <ac:spMk id="13" creationId="{1401156F-DC9C-4385-8837-2592C1078475}"/>
          </ac:spMkLst>
        </pc:spChg>
        <pc:spChg chg="mod">
          <ac:chgData name="대승 고" userId="8296c006db2f14ee" providerId="LiveId" clId="{F997F1B9-429E-4192-954F-F4CED232CDE9}" dt="2026-04-24T11:56:16.046" v="4434" actId="6549"/>
          <ac:spMkLst>
            <pc:docMk/>
            <pc:sldMk cId="1004735917" sldId="261"/>
            <ac:spMk id="14" creationId="{E2F5F992-DA30-438E-ABAD-545308FA636D}"/>
          </ac:spMkLst>
        </pc:spChg>
        <pc:spChg chg="mod">
          <ac:chgData name="대승 고" userId="8296c006db2f14ee" providerId="LiveId" clId="{F997F1B9-429E-4192-954F-F4CED232CDE9}" dt="2026-04-24T11:15:35.357" v="3518" actId="255"/>
          <ac:spMkLst>
            <pc:docMk/>
            <pc:sldMk cId="1004735917" sldId="261"/>
            <ac:spMk id="15" creationId="{349FDE6C-9FBF-46FD-93C7-8CE0F0F9C040}"/>
          </ac:spMkLst>
        </pc:spChg>
        <pc:spChg chg="mod">
          <ac:chgData name="대승 고" userId="8296c006db2f14ee" providerId="LiveId" clId="{F997F1B9-429E-4192-954F-F4CED232CDE9}" dt="2026-04-24T11:56:05.448" v="4432"/>
          <ac:spMkLst>
            <pc:docMk/>
            <pc:sldMk cId="1004735917" sldId="261"/>
            <ac:spMk id="17" creationId="{B126902F-FB9E-48EA-AE20-17A15F85A158}"/>
          </ac:spMkLst>
        </pc:spChg>
        <pc:spChg chg="del">
          <ac:chgData name="대승 고" userId="8296c006db2f14ee" providerId="LiveId" clId="{F997F1B9-429E-4192-954F-F4CED232CDE9}" dt="2026-04-24T11:56:06.871" v="4433" actId="478"/>
          <ac:spMkLst>
            <pc:docMk/>
            <pc:sldMk cId="1004735917" sldId="261"/>
            <ac:spMk id="18" creationId="{E7EDC1EA-6646-457C-AAA3-3E30DCB46437}"/>
          </ac:spMkLst>
        </pc:spChg>
        <pc:spChg chg="del mod">
          <ac:chgData name="대승 고" userId="8296c006db2f14ee" providerId="LiveId" clId="{F997F1B9-429E-4192-954F-F4CED232CDE9}" dt="2026-04-24T11:56:06.871" v="4433" actId="478"/>
          <ac:spMkLst>
            <pc:docMk/>
            <pc:sldMk cId="1004735917" sldId="261"/>
            <ac:spMk id="19" creationId="{066C11B6-62F7-498D-8420-5498F4796156}"/>
          </ac:spMkLst>
        </pc:spChg>
        <pc:spChg chg="del">
          <ac:chgData name="대승 고" userId="8296c006db2f14ee" providerId="LiveId" clId="{F997F1B9-429E-4192-954F-F4CED232CDE9}" dt="2026-04-24T11:56:06.871" v="4433" actId="478"/>
          <ac:spMkLst>
            <pc:docMk/>
            <pc:sldMk cId="1004735917" sldId="261"/>
            <ac:spMk id="20" creationId="{699E267A-0C86-4FA5-90DE-C5905759B872}"/>
          </ac:spMkLst>
        </pc:spChg>
        <pc:spChg chg="mod">
          <ac:chgData name="대승 고" userId="8296c006db2f14ee" providerId="LiveId" clId="{F997F1B9-429E-4192-954F-F4CED232CDE9}" dt="2026-04-24T09:18:21.920" v="2304" actId="122"/>
          <ac:spMkLst>
            <pc:docMk/>
            <pc:sldMk cId="1004735917" sldId="261"/>
            <ac:spMk id="22" creationId="{527A7E56-F002-4CED-9BC4-83B0AE17E20F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23" creationId="{A596DB22-6BCB-4449-9EDA-5F415ADEAF96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28" creationId="{F0BE8C83-D568-40E3-9CD7-BAD602FC0D9C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29" creationId="{4202DF9D-32AA-45A1-A55F-BC18D655DB32}"/>
          </ac:spMkLst>
        </pc:spChg>
        <pc:spChg chg="mod">
          <ac:chgData name="대승 고" userId="8296c006db2f14ee" providerId="LiveId" clId="{F997F1B9-429E-4192-954F-F4CED232CDE9}" dt="2026-04-24T11:01:30.014" v="3063" actId="6549"/>
          <ac:spMkLst>
            <pc:docMk/>
            <pc:sldMk cId="1004735917" sldId="261"/>
            <ac:spMk id="32" creationId="{A9BAACF6-2DB3-45F1-A01D-200D9202BD98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33" creationId="{338B104D-237A-4D1F-AF36-C9814D032E6F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34" creationId="{8BC2E91A-3EDF-4EEB-A155-28F0C5163DD3}"/>
          </ac:spMkLst>
        </pc:spChg>
        <pc:spChg chg="mod">
          <ac:chgData name="대승 고" userId="8296c006db2f14ee" providerId="LiveId" clId="{F997F1B9-429E-4192-954F-F4CED232CDE9}" dt="2026-04-24T11:14:36.984" v="3459" actId="6549"/>
          <ac:spMkLst>
            <pc:docMk/>
            <pc:sldMk cId="1004735917" sldId="261"/>
            <ac:spMk id="36" creationId="{5D9CF85F-04BB-4D2A-82FB-E156D91FB32C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38" creationId="{5DFED0F1-9A27-4BEB-A355-6EDC8DFD6D63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41" creationId="{78EA5EBB-BFBB-4FCB-8B4B-DDC68FB9D4D5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42" creationId="{C5F171C9-633F-437F-B8D5-8BF21F856D56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45" creationId="{F35F6469-F5E0-4029-BA9F-C0356170F315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46" creationId="{46E71F9D-9B60-471B-BFB2-AF5FF79E21E0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50" creationId="{086C1D21-5978-48E5-AF22-65759A558DB1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1" creationId="{BB88B4AC-134D-4846-9A10-53C3FAF654E2}"/>
          </ac:spMkLst>
        </pc:spChg>
        <pc:spChg chg="mod">
          <ac:chgData name="대승 고" userId="8296c006db2f14ee" providerId="LiveId" clId="{F997F1B9-429E-4192-954F-F4CED232CDE9}" dt="2026-04-24T12:34:33.388" v="4547" actId="20577"/>
          <ac:spMkLst>
            <pc:docMk/>
            <pc:sldMk cId="1004735917" sldId="261"/>
            <ac:spMk id="52" creationId="{FE59ECD2-7E67-4585-BE68-843565D8658C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54" creationId="{6CCB2432-64B3-4A09-9551-D8FA7965DD9F}"/>
          </ac:spMkLst>
        </pc:spChg>
        <pc:spChg chg="mod">
          <ac:chgData name="대승 고" userId="8296c006db2f14ee" providerId="LiveId" clId="{F997F1B9-429E-4192-954F-F4CED232CDE9}" dt="2026-04-24T12:34:55.048" v="4563" actId="20577"/>
          <ac:spMkLst>
            <pc:docMk/>
            <pc:sldMk cId="1004735917" sldId="261"/>
            <ac:spMk id="56" creationId="{E1BF4355-6EE6-4D93-8EAB-DEF44FA7B446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7" creationId="{3057F37B-CB34-4E98-AD5D-B04452BC7AA0}"/>
          </ac:spMkLst>
        </pc:spChg>
        <pc:spChg chg="mod">
          <ac:chgData name="대승 고" userId="8296c006db2f14ee" providerId="LiveId" clId="{F997F1B9-429E-4192-954F-F4CED232CDE9}" dt="2026-04-24T11:06:31.216" v="3265" actId="6549"/>
          <ac:spMkLst>
            <pc:docMk/>
            <pc:sldMk cId="1004735917" sldId="261"/>
            <ac:spMk id="58" creationId="{6B122430-E230-4C48-8FA1-508C33C2B846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9" creationId="{3948165A-35F9-4CA4-A153-9F4293D7CB20}"/>
          </ac:spMkLst>
        </pc:spChg>
        <pc:spChg chg="mod">
          <ac:chgData name="대승 고" userId="8296c006db2f14ee" providerId="LiveId" clId="{F997F1B9-429E-4192-954F-F4CED232CDE9}" dt="2026-04-24T11:03:23.253" v="3227" actId="6549"/>
          <ac:spMkLst>
            <pc:docMk/>
            <pc:sldMk cId="1004735917" sldId="261"/>
            <ac:spMk id="60" creationId="{B49EEC09-B43E-4FED-8648-4461C705DAD4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61" creationId="{1CACA97B-C407-4B44-AE96-25F8217BCDC0}"/>
          </ac:spMkLst>
        </pc:spChg>
        <pc:spChg chg="mod">
          <ac:chgData name="대승 고" userId="8296c006db2f14ee" providerId="LiveId" clId="{F997F1B9-429E-4192-954F-F4CED232CDE9}" dt="2026-04-24T11:56:21.264" v="4436" actId="113"/>
          <ac:spMkLst>
            <pc:docMk/>
            <pc:sldMk cId="1004735917" sldId="261"/>
            <ac:spMk id="62" creationId="{E65C12DF-9D5D-4538-8B6D-2FEED2995EE5}"/>
          </ac:spMkLst>
        </pc:spChg>
        <pc:spChg chg="mod">
          <ac:chgData name="대승 고" userId="8296c006db2f14ee" providerId="LiveId" clId="{F997F1B9-429E-4192-954F-F4CED232CDE9}" dt="2026-04-24T11:56:28.412" v="4438" actId="255"/>
          <ac:spMkLst>
            <pc:docMk/>
            <pc:sldMk cId="1004735917" sldId="261"/>
            <ac:spMk id="64" creationId="{65CBDFF4-5021-448F-A81F-C72809F74BB6}"/>
          </ac:spMkLst>
        </pc:spChg>
        <pc:spChg chg="add del mod">
          <ac:chgData name="대승 고" userId="8296c006db2f14ee" providerId="LiveId" clId="{F997F1B9-429E-4192-954F-F4CED232CDE9}" dt="2026-04-24T11:03:56.797" v="3264" actId="20577"/>
          <ac:spMkLst>
            <pc:docMk/>
            <pc:sldMk cId="1004735917" sldId="261"/>
            <ac:spMk id="66" creationId="{C8D701DF-E837-4DC3-AF6B-E6A3687E2CCC}"/>
          </ac:spMkLst>
        </pc:spChg>
        <pc:spChg chg="del">
          <ac:chgData name="대승 고" userId="8296c006db2f14ee" providerId="LiveId" clId="{F997F1B9-429E-4192-954F-F4CED232CDE9}" dt="2026-04-24T08:46:01.173" v="1269" actId="478"/>
          <ac:spMkLst>
            <pc:docMk/>
            <pc:sldMk cId="1004735917" sldId="261"/>
            <ac:spMk id="69" creationId="{0C2FDC39-5A87-49BE-B604-ECDB383621D4}"/>
          </ac:spMkLst>
        </pc:spChg>
      </pc:sldChg>
      <pc:sldChg chg="modSp mod">
        <pc:chgData name="대승 고" userId="8296c006db2f14ee" providerId="LiveId" clId="{F997F1B9-429E-4192-954F-F4CED232CDE9}" dt="2026-04-24T12:30:29.524" v="4441" actId="6549"/>
        <pc:sldMkLst>
          <pc:docMk/>
          <pc:sldMk cId="377359206" sldId="262"/>
        </pc:sldMkLst>
        <pc:spChg chg="mod">
          <ac:chgData name="대승 고" userId="8296c006db2f14ee" providerId="LiveId" clId="{F997F1B9-429E-4192-954F-F4CED232CDE9}" dt="2026-04-24T12:30:29.524" v="4441" actId="6549"/>
          <ac:spMkLst>
            <pc:docMk/>
            <pc:sldMk cId="377359206" sldId="262"/>
            <ac:spMk id="2" creationId="{9ADB901A-44A9-4377-AB08-A33550AEA7E9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4" creationId="{21DEBBEB-7FA2-4C75-A13C-9F068915BFF1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5" creationId="{08B9E9A6-3496-410B-9290-BC5D742AC364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6" creationId="{14FB4E73-1918-48C3-AABE-BDC884F060ED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7" creationId="{D25E897E-8F98-4049-8AE2-4D10E5662547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8" creationId="{EA7E5F42-35DA-4C65-BD99-00D0FC44C395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9" creationId="{6A5A595E-F369-472C-A3BA-B57E5A6CB6A8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0" creationId="{ED6FC699-3389-43E2-8529-EC5A0CEA3AB9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2" creationId="{8DA7913E-E2E3-4CF2-82C2-2C5085CBADC8}"/>
          </ac:spMkLst>
        </pc:spChg>
        <pc:spChg chg="mod">
          <ac:chgData name="대승 고" userId="8296c006db2f14ee" providerId="LiveId" clId="{F997F1B9-429E-4192-954F-F4CED232CDE9}" dt="2026-04-24T11:16:21.028" v="3523" actId="6549"/>
          <ac:spMkLst>
            <pc:docMk/>
            <pc:sldMk cId="377359206" sldId="262"/>
            <ac:spMk id="13" creationId="{4BFB45F5-209B-4400-A2E2-9BF3D935A080}"/>
          </ac:spMkLst>
        </pc:spChg>
        <pc:spChg chg="mod">
          <ac:chgData name="대승 고" userId="8296c006db2f14ee" providerId="LiveId" clId="{F997F1B9-429E-4192-954F-F4CED232CDE9}" dt="2026-04-24T11:16:44.875" v="3525" actId="6549"/>
          <ac:spMkLst>
            <pc:docMk/>
            <pc:sldMk cId="377359206" sldId="262"/>
            <ac:spMk id="15" creationId="{69C5C743-86BA-49C8-A7BF-C8DA32EE0011}"/>
          </ac:spMkLst>
        </pc:spChg>
        <pc:spChg chg="mod">
          <ac:chgData name="대승 고" userId="8296c006db2f14ee" providerId="LiveId" clId="{F997F1B9-429E-4192-954F-F4CED232CDE9}" dt="2026-04-24T11:15:24.653" v="3515" actId="1076"/>
          <ac:spMkLst>
            <pc:docMk/>
            <pc:sldMk cId="377359206" sldId="262"/>
            <ac:spMk id="17" creationId="{309C0608-0A47-4C9D-9197-22228FDC78A8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8" creationId="{926C64EC-FFF0-4869-930D-0161B1A6A62F}"/>
          </ac:spMkLst>
        </pc:spChg>
        <pc:spChg chg="mod">
          <ac:chgData name="대승 고" userId="8296c006db2f14ee" providerId="LiveId" clId="{F997F1B9-429E-4192-954F-F4CED232CDE9}" dt="2026-04-24T11:17:04.675" v="3529" actId="20577"/>
          <ac:spMkLst>
            <pc:docMk/>
            <pc:sldMk cId="377359206" sldId="262"/>
            <ac:spMk id="19" creationId="{ACE05E58-6A7A-4484-8B39-6EE986100155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20" creationId="{18E4278D-61E7-4F23-B627-8600B9D5BE72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23" creationId="{2099BB55-0C0B-4A43-9267-C2059E981EAE}"/>
          </ac:spMkLst>
        </pc:spChg>
        <pc:spChg chg="mod">
          <ac:chgData name="대승 고" userId="8296c006db2f14ee" providerId="LiveId" clId="{F997F1B9-429E-4192-954F-F4CED232CDE9}" dt="2026-04-24T11:19:23.170" v="3543" actId="20577"/>
          <ac:spMkLst>
            <pc:docMk/>
            <pc:sldMk cId="377359206" sldId="262"/>
            <ac:spMk id="25" creationId="{30FAD49B-809D-4995-8721-15AC42971B97}"/>
          </ac:spMkLst>
        </pc:spChg>
        <pc:spChg chg="mod">
          <ac:chgData name="대승 고" userId="8296c006db2f14ee" providerId="LiveId" clId="{F997F1B9-429E-4192-954F-F4CED232CDE9}" dt="2026-04-24T11:19:44.841" v="3605" actId="20577"/>
          <ac:spMkLst>
            <pc:docMk/>
            <pc:sldMk cId="377359206" sldId="262"/>
            <ac:spMk id="27" creationId="{5657A93B-15A9-4A25-A7A5-C35DFED585B2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31" creationId="{0D48DE2D-06A7-4A3F-86C6-A248BE5140EC}"/>
          </ac:spMkLst>
        </pc:spChg>
        <pc:spChg chg="mod">
          <ac:chgData name="대승 고" userId="8296c006db2f14ee" providerId="LiveId" clId="{F997F1B9-429E-4192-954F-F4CED232CDE9}" dt="2026-04-24T11:19:55.696" v="3619" actId="20577"/>
          <ac:spMkLst>
            <pc:docMk/>
            <pc:sldMk cId="377359206" sldId="262"/>
            <ac:spMk id="33" creationId="{54C58FA7-1595-4991-B469-01C0A370C820}"/>
          </ac:spMkLst>
        </pc:spChg>
        <pc:spChg chg="mod">
          <ac:chgData name="대승 고" userId="8296c006db2f14ee" providerId="LiveId" clId="{F997F1B9-429E-4192-954F-F4CED232CDE9}" dt="2026-04-24T11:15:23.368" v="3514" actId="255"/>
          <ac:spMkLst>
            <pc:docMk/>
            <pc:sldMk cId="377359206" sldId="262"/>
            <ac:spMk id="40" creationId="{E022DFEF-7A37-4316-A5C7-045ED792FFB7}"/>
          </ac:spMkLst>
        </pc:spChg>
        <pc:spChg chg="mod">
          <ac:chgData name="대승 고" userId="8296c006db2f14ee" providerId="LiveId" clId="{F997F1B9-429E-4192-954F-F4CED232CDE9}" dt="2026-04-24T11:15:23.368" v="3514" actId="255"/>
          <ac:spMkLst>
            <pc:docMk/>
            <pc:sldMk cId="377359206" sldId="262"/>
            <ac:spMk id="41" creationId="{35177067-1E8A-479E-AEDD-630AFA5D95BC}"/>
          </ac:spMkLst>
        </pc:spChg>
        <pc:spChg chg="mod">
          <ac:chgData name="대승 고" userId="8296c006db2f14ee" providerId="LiveId" clId="{F997F1B9-429E-4192-954F-F4CED232CDE9}" dt="2026-04-24T11:15:23.368" v="3514" actId="255"/>
          <ac:spMkLst>
            <pc:docMk/>
            <pc:sldMk cId="377359206" sldId="262"/>
            <ac:spMk id="42" creationId="{F7672BDF-33F2-40FB-A4F1-1D63721A558E}"/>
          </ac:spMkLst>
        </pc:spChg>
        <pc:spChg chg="mod">
          <ac:chgData name="대승 고" userId="8296c006db2f14ee" providerId="LiveId" clId="{F997F1B9-429E-4192-954F-F4CED232CDE9}" dt="2026-04-24T11:15:23.368" v="3514" actId="255"/>
          <ac:spMkLst>
            <pc:docMk/>
            <pc:sldMk cId="377359206" sldId="262"/>
            <ac:spMk id="43" creationId="{BEE58EFC-E3A3-43C0-927E-1698CA933279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44" creationId="{0C2FDC39-5A87-49BE-B604-ECDB383621D4}"/>
          </ac:spMkLst>
        </pc:spChg>
      </pc:sldChg>
      <pc:sldChg chg="delSp modSp add del mod">
        <pc:chgData name="대승 고" userId="8296c006db2f14ee" providerId="LiveId" clId="{F997F1B9-429E-4192-954F-F4CED232CDE9}" dt="2026-04-24T09:24:53.243" v="2690" actId="47"/>
        <pc:sldMkLst>
          <pc:docMk/>
          <pc:sldMk cId="1380502783" sldId="263"/>
        </pc:sldMkLst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7" creationId="{8DEC6A89-806B-4200-8C02-A4A471CFED64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9" creationId="{85F88860-055E-48A2-B6EC-F3B3E822DAD6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0" creationId="{5358AAFE-B8A5-4D64-A871-A73AFA72B5D3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1" creationId="{FAE1D002-FBFF-47C6-AD32-9458660C3052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2" creationId="{0491B81E-5C80-4E37-9E5E-6E8486428AD1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3" creationId="{7784C16D-CE06-4A46-AACC-3AF54FFBA07F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4" creationId="{67BA6B42-8401-48E2-8293-B92D2F8ACB1E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5" creationId="{846F111C-9F06-42AF-8D9B-01812D36C62C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17" creationId="{229F79B6-E8F8-473A-99C7-9377258B4411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18" creationId="{8E338C03-E8B5-4D31-94FF-3A15C7BBF56A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19" creationId="{1D423F9C-5078-4A55-B873-ABD38859A7A3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0" creationId="{9C1FFA2C-2E9A-40FC-A8FB-E6F8E459BEA7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1" creationId="{59ACC773-2F33-4377-B4CE-DB5F6C02C2EF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23" creationId="{DA49218D-B691-44F1-A7E3-89DF0A81F5D8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24" creationId="{FAF079E9-BC22-42AB-AC52-0C514C34EAAD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5" creationId="{2D9BF1F9-34BB-42C6-9707-1ED7FA0E15E9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27" creationId="{E3822369-6338-426A-89B6-1E778B49E2F6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8" creationId="{02ED14F9-1536-4EE6-AA53-A1C3D50DB8FE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32" creationId="{D70AB33B-24CC-4AA0-A555-2F2D4B236106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35" creationId="{0800FB1D-D41E-4B13-ACBE-5E9D31453674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42" creationId="{6438BD60-A405-4485-9D96-72AF5B73C4C9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43" creationId="{E4B2BA8B-8EFA-4FA9-8525-B23417D17EDB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45" creationId="{5CE8CAD6-E996-435C-836D-E03106E864F6}"/>
          </ac:spMkLst>
        </pc:spChg>
        <pc:spChg chg="del">
          <ac:chgData name="대승 고" userId="8296c006db2f14ee" providerId="LiveId" clId="{F997F1B9-429E-4192-954F-F4CED232CDE9}" dt="2026-04-24T09:14:17.179" v="2273" actId="478"/>
          <ac:spMkLst>
            <pc:docMk/>
            <pc:sldMk cId="1380502783" sldId="263"/>
            <ac:spMk id="46" creationId="{A26B0307-B821-4DE3-B4FC-468BB5A4CE02}"/>
          </ac:spMkLst>
        </pc:spChg>
        <pc:spChg chg="del">
          <ac:chgData name="대승 고" userId="8296c006db2f14ee" providerId="LiveId" clId="{F997F1B9-429E-4192-954F-F4CED232CDE9}" dt="2026-04-24T09:14:17.179" v="2273" actId="478"/>
          <ac:spMkLst>
            <pc:docMk/>
            <pc:sldMk cId="1380502783" sldId="263"/>
            <ac:spMk id="47" creationId="{56BA34C4-C10E-4D62-9955-B1EBA6341F97}"/>
          </ac:spMkLst>
        </pc:spChg>
        <pc:spChg chg="del mod">
          <ac:chgData name="대승 고" userId="8296c006db2f14ee" providerId="LiveId" clId="{F997F1B9-429E-4192-954F-F4CED232CDE9}" dt="2026-04-24T09:14:17.179" v="2273" actId="478"/>
          <ac:spMkLst>
            <pc:docMk/>
            <pc:sldMk cId="1380502783" sldId="263"/>
            <ac:spMk id="48" creationId="{4B4F44E3-AD81-45BC-8AA9-5C3E28F7267B}"/>
          </ac:spMkLst>
        </pc:spChg>
        <pc:spChg chg="del">
          <ac:chgData name="대승 고" userId="8296c006db2f14ee" providerId="LiveId" clId="{F997F1B9-429E-4192-954F-F4CED232CDE9}" dt="2026-04-24T08:56:13.298" v="1795" actId="478"/>
          <ac:spMkLst>
            <pc:docMk/>
            <pc:sldMk cId="1380502783" sldId="263"/>
            <ac:spMk id="49" creationId="{0C2FDC39-5A87-49BE-B604-ECDB383621D4}"/>
          </ac:spMkLst>
        </pc:spChg>
      </pc:sldChg>
      <pc:sldChg chg="addSp delSp modSp mod">
        <pc:chgData name="대승 고" userId="8296c006db2f14ee" providerId="LiveId" clId="{F997F1B9-429E-4192-954F-F4CED232CDE9}" dt="2026-04-24T12:36:16.292" v="4564" actId="20577"/>
        <pc:sldMkLst>
          <pc:docMk/>
          <pc:sldMk cId="818856681" sldId="264"/>
        </pc:sldMkLst>
        <pc:spChg chg="mod">
          <ac:chgData name="대승 고" userId="8296c006db2f14ee" providerId="LiveId" clId="{F997F1B9-429E-4192-954F-F4CED232CDE9}" dt="2026-04-24T11:30:12.354" v="4106" actId="20577"/>
          <ac:spMkLst>
            <pc:docMk/>
            <pc:sldMk cId="818856681" sldId="264"/>
            <ac:spMk id="2" creationId="{4EBD9336-80F3-469F-980A-4AE50B529890}"/>
          </ac:spMkLst>
        </pc:spChg>
        <pc:spChg chg="mod">
          <ac:chgData name="대승 고" userId="8296c006db2f14ee" providerId="LiveId" clId="{F997F1B9-429E-4192-954F-F4CED232CDE9}" dt="2026-04-24T11:47:01.700" v="4186" actId="14100"/>
          <ac:spMkLst>
            <pc:docMk/>
            <pc:sldMk cId="818856681" sldId="264"/>
            <ac:spMk id="4" creationId="{E376275B-1CED-4F66-B124-E2AC04A96139}"/>
          </ac:spMkLst>
        </pc:spChg>
        <pc:spChg chg="mod">
          <ac:chgData name="대승 고" userId="8296c006db2f14ee" providerId="LiveId" clId="{F997F1B9-429E-4192-954F-F4CED232CDE9}" dt="2026-04-24T11:46:50.022" v="4183" actId="6549"/>
          <ac:spMkLst>
            <pc:docMk/>
            <pc:sldMk cId="818856681" sldId="264"/>
            <ac:spMk id="5" creationId="{0B2569AB-5A3D-43D7-AADD-F96551A83352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4" creationId="{E75AD2F2-18AC-42E3-B3B8-0ACEA24AD39B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5" creationId="{B63CAF48-873E-41E5-A627-120140D20C7C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6" creationId="{0BAF2B53-6483-4821-9914-CD7195D42F15}"/>
          </ac:spMkLst>
        </pc:spChg>
        <pc:spChg chg="mod">
          <ac:chgData name="대승 고" userId="8296c006db2f14ee" providerId="LiveId" clId="{F997F1B9-429E-4192-954F-F4CED232CDE9}" dt="2026-04-24T09:16:57.687" v="2296" actId="20577"/>
          <ac:spMkLst>
            <pc:docMk/>
            <pc:sldMk cId="818856681" sldId="264"/>
            <ac:spMk id="17" creationId="{C9FB75E4-E6FC-4FFA-8228-37C09F727F99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9" creationId="{45A261FF-1066-4943-9EAD-827EE04E7DB3}"/>
          </ac:spMkLst>
        </pc:spChg>
        <pc:spChg chg="mod">
          <ac:chgData name="대승 고" userId="8296c006db2f14ee" providerId="LiveId" clId="{F997F1B9-429E-4192-954F-F4CED232CDE9}" dt="2026-04-24T12:30:50.338" v="4442" actId="6549"/>
          <ac:spMkLst>
            <pc:docMk/>
            <pc:sldMk cId="818856681" sldId="264"/>
            <ac:spMk id="21" creationId="{F74112E9-AD19-49E3-A0DE-A82D1C995F53}"/>
          </ac:spMkLst>
        </pc:spChg>
        <pc:spChg chg="mod">
          <ac:chgData name="대승 고" userId="8296c006db2f14ee" providerId="LiveId" clId="{F997F1B9-429E-4192-954F-F4CED232CDE9}" dt="2026-04-24T11:47:43.155" v="4287" actId="20577"/>
          <ac:spMkLst>
            <pc:docMk/>
            <pc:sldMk cId="818856681" sldId="264"/>
            <ac:spMk id="23" creationId="{39141D3B-F60E-422B-8466-30B5066E8ABC}"/>
          </ac:spMkLst>
        </pc:spChg>
        <pc:spChg chg="mod">
          <ac:chgData name="대승 고" userId="8296c006db2f14ee" providerId="LiveId" clId="{F997F1B9-429E-4192-954F-F4CED232CDE9}" dt="2026-04-24T11:48:29.625" v="4399" actId="20577"/>
          <ac:spMkLst>
            <pc:docMk/>
            <pc:sldMk cId="818856681" sldId="264"/>
            <ac:spMk id="29" creationId="{B54E32F7-FF5D-4A79-A1E1-5D15200B44A8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0" creationId="{01691DE1-3F6F-47BB-9DD5-9DCF2D43BF24}"/>
          </ac:spMkLst>
        </pc:spChg>
        <pc:spChg chg="mod">
          <ac:chgData name="대승 고" userId="8296c006db2f14ee" providerId="LiveId" clId="{F997F1B9-429E-4192-954F-F4CED232CDE9}" dt="2026-04-24T11:48:42.346" v="4400" actId="6549"/>
          <ac:spMkLst>
            <pc:docMk/>
            <pc:sldMk cId="818856681" sldId="264"/>
            <ac:spMk id="31" creationId="{92E2F689-BB22-4BF5-A00D-234CB23DE8A6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2" creationId="{E0F86DEF-123A-4C20-8491-8AA607C5E11C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3" creationId="{3004CEFC-A437-4537-AA10-CCD568353C4F}"/>
          </ac:spMkLst>
        </pc:spChg>
        <pc:spChg chg="add del">
          <ac:chgData name="대승 고" userId="8296c006db2f14ee" providerId="LiveId" clId="{F997F1B9-429E-4192-954F-F4CED232CDE9}" dt="2026-04-24T11:49:43.383" v="4413" actId="478"/>
          <ac:spMkLst>
            <pc:docMk/>
            <pc:sldMk cId="818856681" sldId="264"/>
            <ac:spMk id="36" creationId="{03E40DB3-F902-4775-B661-973A026D7DA9}"/>
          </ac:spMkLst>
        </pc:spChg>
        <pc:spChg chg="add del mod">
          <ac:chgData name="대승 고" userId="8296c006db2f14ee" providerId="LiveId" clId="{F997F1B9-429E-4192-954F-F4CED232CDE9}" dt="2026-04-24T11:49:43.383" v="4413" actId="478"/>
          <ac:spMkLst>
            <pc:docMk/>
            <pc:sldMk cId="818856681" sldId="264"/>
            <ac:spMk id="37" creationId="{4A855868-5470-4F8A-B650-CA105DAE8F53}"/>
          </ac:spMkLst>
        </pc:spChg>
        <pc:spChg chg="add del">
          <ac:chgData name="대승 고" userId="8296c006db2f14ee" providerId="LiveId" clId="{F997F1B9-429E-4192-954F-F4CED232CDE9}" dt="2026-04-24T11:49:43.383" v="4413" actId="478"/>
          <ac:spMkLst>
            <pc:docMk/>
            <pc:sldMk cId="818856681" sldId="264"/>
            <ac:spMk id="38" creationId="{9B0367CC-3FC0-4D1F-A1E4-8BF5C3FA024C}"/>
          </ac:spMkLst>
        </pc:spChg>
        <pc:spChg chg="add del mod">
          <ac:chgData name="대승 고" userId="8296c006db2f14ee" providerId="LiveId" clId="{F997F1B9-429E-4192-954F-F4CED232CDE9}" dt="2026-04-24T11:49:43.383" v="4413" actId="478"/>
          <ac:spMkLst>
            <pc:docMk/>
            <pc:sldMk cId="818856681" sldId="264"/>
            <ac:spMk id="39" creationId="{79FFA8C9-3C54-419A-A65A-0CC9CC739D15}"/>
          </ac:spMkLst>
        </pc:spChg>
        <pc:spChg chg="add del mod">
          <ac:chgData name="대승 고" userId="8296c006db2f14ee" providerId="LiveId" clId="{F997F1B9-429E-4192-954F-F4CED232CDE9}" dt="2026-04-24T11:49:43.383" v="4413" actId="478"/>
          <ac:spMkLst>
            <pc:docMk/>
            <pc:sldMk cId="818856681" sldId="264"/>
            <ac:spMk id="40" creationId="{672391C1-9219-44CC-A2A5-A4FC61794BC2}"/>
          </ac:spMkLst>
        </pc:spChg>
        <pc:spChg chg="add del">
          <ac:chgData name="대승 고" userId="8296c006db2f14ee" providerId="LiveId" clId="{F997F1B9-429E-4192-954F-F4CED232CDE9}" dt="2026-04-24T11:49:43.383" v="4413" actId="478"/>
          <ac:spMkLst>
            <pc:docMk/>
            <pc:sldMk cId="818856681" sldId="264"/>
            <ac:spMk id="41" creationId="{77933880-2C44-46A8-AF3E-482A8DA9B40A}"/>
          </ac:spMkLst>
        </pc:spChg>
        <pc:spChg chg="mod">
          <ac:chgData name="대승 고" userId="8296c006db2f14ee" providerId="LiveId" clId="{F997F1B9-429E-4192-954F-F4CED232CDE9}" dt="2026-04-24T12:36:16.292" v="4564" actId="20577"/>
          <ac:spMkLst>
            <pc:docMk/>
            <pc:sldMk cId="818856681" sldId="264"/>
            <ac:spMk id="42" creationId="{768704F5-6826-46E2-9A64-A2662C7B6625}"/>
          </ac:spMkLst>
        </pc:spChg>
        <pc:spChg chg="mod">
          <ac:chgData name="대승 고" userId="8296c006db2f14ee" providerId="LiveId" clId="{F997F1B9-429E-4192-954F-F4CED232CDE9}" dt="2026-04-24T11:15:59.361" v="3520" actId="255"/>
          <ac:spMkLst>
            <pc:docMk/>
            <pc:sldMk cId="818856681" sldId="264"/>
            <ac:spMk id="43" creationId="{F033CDFD-A499-448B-A1E7-F844A2F6770A}"/>
          </ac:spMkLst>
        </pc:spChg>
        <pc:spChg chg="mod">
          <ac:chgData name="대승 고" userId="8296c006db2f14ee" providerId="LiveId" clId="{F997F1B9-429E-4192-954F-F4CED232CDE9}" dt="2026-04-24T11:40:54.836" v="4114" actId="6549"/>
          <ac:spMkLst>
            <pc:docMk/>
            <pc:sldMk cId="818856681" sldId="264"/>
            <ac:spMk id="44" creationId="{FC775B43-7F99-423B-9886-AB611178252F}"/>
          </ac:spMkLst>
        </pc:spChg>
        <pc:spChg chg="del">
          <ac:chgData name="대승 고" userId="8296c006db2f14ee" providerId="LiveId" clId="{F997F1B9-429E-4192-954F-F4CED232CDE9}" dt="2026-04-24T08:52:26.655" v="1448" actId="478"/>
          <ac:spMkLst>
            <pc:docMk/>
            <pc:sldMk cId="818856681" sldId="264"/>
            <ac:spMk id="45" creationId="{0C2FDC39-5A87-49BE-B604-ECDB383621D4}"/>
          </ac:spMkLst>
        </pc:spChg>
        <pc:spChg chg="add mod">
          <ac:chgData name="대승 고" userId="8296c006db2f14ee" providerId="LiveId" clId="{F997F1B9-429E-4192-954F-F4CED232CDE9}" dt="2026-04-24T11:47:10.379" v="4189" actId="1035"/>
          <ac:spMkLst>
            <pc:docMk/>
            <pc:sldMk cId="818856681" sldId="264"/>
            <ac:spMk id="46" creationId="{A9E7128D-FA7F-1AA5-F9CE-EB4439C1350D}"/>
          </ac:spMkLst>
        </pc:spChg>
        <pc:spChg chg="mod">
          <ac:chgData name="대승 고" userId="8296c006db2f14ee" providerId="LiveId" clId="{F997F1B9-429E-4192-954F-F4CED232CDE9}" dt="2026-04-24T11:46:51.239" v="4184"/>
          <ac:spMkLst>
            <pc:docMk/>
            <pc:sldMk cId="818856681" sldId="264"/>
            <ac:spMk id="48" creationId="{A5CE1E50-5AD1-491B-9122-F56A7962FA37}"/>
          </ac:spMkLst>
        </pc:spChg>
        <pc:spChg chg="mod">
          <ac:chgData name="대승 고" userId="8296c006db2f14ee" providerId="LiveId" clId="{F997F1B9-429E-4192-954F-F4CED232CDE9}" dt="2026-04-24T11:46:51.239" v="4184"/>
          <ac:spMkLst>
            <pc:docMk/>
            <pc:sldMk cId="818856681" sldId="264"/>
            <ac:spMk id="49" creationId="{42560B69-FA9A-46F7-A5FA-59B8B0559FF6}"/>
          </ac:spMkLst>
        </pc:spChg>
        <pc:spChg chg="mod">
          <ac:chgData name="대승 고" userId="8296c006db2f14ee" providerId="LiveId" clId="{F997F1B9-429E-4192-954F-F4CED232CDE9}" dt="2026-04-24T11:46:51.239" v="4184"/>
          <ac:spMkLst>
            <pc:docMk/>
            <pc:sldMk cId="818856681" sldId="264"/>
            <ac:spMk id="50" creationId="{5C398C59-4EBC-4CA0-3D84-5A4B937DAC2E}"/>
          </ac:spMkLst>
        </pc:spChg>
        <pc:spChg chg="add mod">
          <ac:chgData name="대승 고" userId="8296c006db2f14ee" providerId="LiveId" clId="{F997F1B9-429E-4192-954F-F4CED232CDE9}" dt="2026-04-24T11:47:10.379" v="4189" actId="1035"/>
          <ac:spMkLst>
            <pc:docMk/>
            <pc:sldMk cId="818856681" sldId="264"/>
            <ac:spMk id="51" creationId="{7FA6B0D0-CB61-6E08-B5DF-062E6D768B7D}"/>
          </ac:spMkLst>
        </pc:spChg>
        <pc:spChg chg="add mod">
          <ac:chgData name="대승 고" userId="8296c006db2f14ee" providerId="LiveId" clId="{F997F1B9-429E-4192-954F-F4CED232CDE9}" dt="2026-04-24T11:47:10.379" v="4189" actId="1035"/>
          <ac:spMkLst>
            <pc:docMk/>
            <pc:sldMk cId="818856681" sldId="264"/>
            <ac:spMk id="52" creationId="{87F8C4AD-27BC-BEEF-E842-5B6C99A5866E}"/>
          </ac:spMkLst>
        </pc:spChg>
        <pc:grpChg chg="add mod">
          <ac:chgData name="대승 고" userId="8296c006db2f14ee" providerId="LiveId" clId="{F997F1B9-429E-4192-954F-F4CED232CDE9}" dt="2026-04-24T11:46:58.097" v="4185" actId="1076"/>
          <ac:grpSpMkLst>
            <pc:docMk/>
            <pc:sldMk cId="818856681" sldId="264"/>
            <ac:grpSpMk id="47" creationId="{418E96D3-7EF3-1E57-39F5-8C78887D0F46}"/>
          </ac:grpSpMkLst>
        </pc:grpChg>
        <pc:picChg chg="add mod">
          <ac:chgData name="대승 고" userId="8296c006db2f14ee" providerId="LiveId" clId="{F997F1B9-429E-4192-954F-F4CED232CDE9}" dt="2026-04-24T11:47:10.379" v="4189" actId="1035"/>
          <ac:picMkLst>
            <pc:docMk/>
            <pc:sldMk cId="818856681" sldId="264"/>
            <ac:picMk id="45" creationId="{9A5FEABE-9E65-1EF0-103D-8A182F01F835}"/>
          </ac:picMkLst>
        </pc:picChg>
      </pc:sldChg>
      <pc:sldChg chg="delSp modSp mod">
        <pc:chgData name="대승 고" userId="8296c006db2f14ee" providerId="LiveId" clId="{F997F1B9-429E-4192-954F-F4CED232CDE9}" dt="2026-04-24T12:30:54.394" v="4443" actId="6549"/>
        <pc:sldMkLst>
          <pc:docMk/>
          <pc:sldMk cId="265906906" sldId="265"/>
        </pc:sldMkLst>
        <pc:spChg chg="mod">
          <ac:chgData name="대승 고" userId="8296c006db2f14ee" providerId="LiveId" clId="{F997F1B9-429E-4192-954F-F4CED232CDE9}" dt="2026-04-24T11:30:13.816" v="4107" actId="20577"/>
          <ac:spMkLst>
            <pc:docMk/>
            <pc:sldMk cId="265906906" sldId="265"/>
            <ac:spMk id="2" creationId="{E00B2338-7F6C-4DE5-B499-7F6FFF3097A2}"/>
          </ac:spMkLst>
        </pc:spChg>
        <pc:spChg chg="mod">
          <ac:chgData name="대승 고" userId="8296c006db2f14ee" providerId="LiveId" clId="{F997F1B9-429E-4192-954F-F4CED232CDE9}" dt="2026-04-24T11:22:45.596" v="3650" actId="20577"/>
          <ac:spMkLst>
            <pc:docMk/>
            <pc:sldMk cId="265906906" sldId="265"/>
            <ac:spMk id="5" creationId="{4E3ECF31-67A1-4B89-BCE0-D6F9C7476A10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6" creationId="{7962509E-1F2A-4B2F-A493-721B4E3E81F6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8" creationId="{367A24EE-6484-4C22-B672-1F7A3EAC27EA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3" creationId="{4DB7D984-1F03-4BA2-909E-24AEEB73A020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4" creationId="{D600F560-C242-4D23-9B4E-97329E81C83E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5" creationId="{CA1DDE8F-D9D3-4B51-9031-9848E87D19EA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7" creationId="{14F5A051-0FC5-489D-B76C-F43F24F1105A}"/>
          </ac:spMkLst>
        </pc:spChg>
        <pc:spChg chg="mod">
          <ac:chgData name="대승 고" userId="8296c006db2f14ee" providerId="LiveId" clId="{F997F1B9-429E-4192-954F-F4CED232CDE9}" dt="2026-04-24T12:30:54.394" v="4443" actId="6549"/>
          <ac:spMkLst>
            <pc:docMk/>
            <pc:sldMk cId="265906906" sldId="265"/>
            <ac:spMk id="19" creationId="{9898CC73-0F5B-459D-B2C0-4D3966909ACC}"/>
          </ac:spMkLst>
        </pc:spChg>
        <pc:spChg chg="mod">
          <ac:chgData name="대승 고" userId="8296c006db2f14ee" providerId="LiveId" clId="{F997F1B9-429E-4192-954F-F4CED232CDE9}" dt="2026-04-24T11:23:19.117" v="3698" actId="6549"/>
          <ac:spMkLst>
            <pc:docMk/>
            <pc:sldMk cId="265906906" sldId="265"/>
            <ac:spMk id="21" creationId="{325C252E-2676-4B86-9455-8B771430BBCB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22" creationId="{D83D7C1F-8D24-4517-83EB-3F400D9594FE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24" creationId="{701081C2-A756-4553-8F84-88CE4A10DAB1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26" creationId="{E41712E4-CF0B-4A44-BB60-AA1C0C5B5710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39" creationId="{802C7149-35D9-42BD-B112-DF12AC8C56E1}"/>
          </ac:spMkLst>
        </pc:spChg>
        <pc:spChg chg="del">
          <ac:chgData name="대승 고" userId="8296c006db2f14ee" providerId="LiveId" clId="{F997F1B9-429E-4192-954F-F4CED232CDE9}" dt="2026-04-24T08:52:20.710" v="1447" actId="478"/>
          <ac:spMkLst>
            <pc:docMk/>
            <pc:sldMk cId="265906906" sldId="265"/>
            <ac:spMk id="40" creationId="{EF4AE63B-B659-4796-8C10-BB69E4A72C78}"/>
          </ac:spMkLst>
        </pc:spChg>
        <pc:spChg chg="del">
          <ac:chgData name="대승 고" userId="8296c006db2f14ee" providerId="LiveId" clId="{F997F1B9-429E-4192-954F-F4CED232CDE9}" dt="2026-04-24T08:52:20.710" v="1447" actId="478"/>
          <ac:spMkLst>
            <pc:docMk/>
            <pc:sldMk cId="265906906" sldId="265"/>
            <ac:spMk id="41" creationId="{D6579914-E855-4AD3-9565-D780B2C129DB}"/>
          </ac:spMkLst>
        </pc:spChg>
        <pc:spChg chg="del">
          <ac:chgData name="대승 고" userId="8296c006db2f14ee" providerId="LiveId" clId="{F997F1B9-429E-4192-954F-F4CED232CDE9}" dt="2026-04-24T08:52:20.710" v="1447" actId="478"/>
          <ac:spMkLst>
            <pc:docMk/>
            <pc:sldMk cId="265906906" sldId="265"/>
            <ac:spMk id="42" creationId="{C709CFDE-B2C8-4030-A8E7-577723D9DEAE}"/>
          </ac:spMkLst>
        </pc:spChg>
      </pc:sldChg>
      <pc:sldChg chg="delSp del mod">
        <pc:chgData name="대승 고" userId="8296c006db2f14ee" providerId="LiveId" clId="{F997F1B9-429E-4192-954F-F4CED232CDE9}" dt="2026-04-24T04:58:09.643" v="11" actId="47"/>
        <pc:sldMkLst>
          <pc:docMk/>
          <pc:sldMk cId="1564460739" sldId="266"/>
        </pc:sldMkLst>
        <pc:spChg chg="del">
          <ac:chgData name="대승 고" userId="8296c006db2f14ee" providerId="LiveId" clId="{F997F1B9-429E-4192-954F-F4CED232CDE9}" dt="2026-04-24T04:58:00.189" v="10" actId="478"/>
          <ac:spMkLst>
            <pc:docMk/>
            <pc:sldMk cId="1564460739" sldId="266"/>
            <ac:spMk id="39" creationId="{0C2FDC39-5A87-49BE-B604-ECDB383621D4}"/>
          </ac:spMkLst>
        </pc:spChg>
      </pc:sldChg>
      <pc:sldChg chg="addSp delSp modSp mod">
        <pc:chgData name="대승 고" userId="8296c006db2f14ee" providerId="LiveId" clId="{F997F1B9-429E-4192-954F-F4CED232CDE9}" dt="2026-04-24T11:40:24.515" v="4113" actId="6549"/>
        <pc:sldMkLst>
          <pc:docMk/>
          <pc:sldMk cId="567265254" sldId="267"/>
        </pc:sldMkLst>
        <pc:spChg chg="mod">
          <ac:chgData name="대승 고" userId="8296c006db2f14ee" providerId="LiveId" clId="{F997F1B9-429E-4192-954F-F4CED232CDE9}" dt="2026-04-24T11:30:17.305" v="4108" actId="20577"/>
          <ac:spMkLst>
            <pc:docMk/>
            <pc:sldMk cId="567265254" sldId="267"/>
            <ac:spMk id="2" creationId="{B521F15A-1F8E-4B8F-9AD0-1E3367E96CA0}"/>
          </ac:spMkLst>
        </pc:spChg>
        <pc:spChg chg="del mod">
          <ac:chgData name="대승 고" userId="8296c006db2f14ee" providerId="LiveId" clId="{F997F1B9-429E-4192-954F-F4CED232CDE9}" dt="2026-04-24T11:27:00.857" v="3935" actId="478"/>
          <ac:spMkLst>
            <pc:docMk/>
            <pc:sldMk cId="567265254" sldId="267"/>
            <ac:spMk id="6" creationId="{D2EF06A5-A8E8-445E-92A5-BD7FBF6AB0E3}"/>
          </ac:spMkLst>
        </pc:spChg>
        <pc:spChg chg="del mod">
          <ac:chgData name="대승 고" userId="8296c006db2f14ee" providerId="LiveId" clId="{F997F1B9-429E-4192-954F-F4CED232CDE9}" dt="2026-04-24T11:27:00.857" v="3935" actId="478"/>
          <ac:spMkLst>
            <pc:docMk/>
            <pc:sldMk cId="567265254" sldId="267"/>
            <ac:spMk id="7" creationId="{C12B50C5-BB35-4AD1-8643-9B374708B0D8}"/>
          </ac:spMkLst>
        </pc:spChg>
        <pc:spChg chg="del">
          <ac:chgData name="대승 고" userId="8296c006db2f14ee" providerId="LiveId" clId="{F997F1B9-429E-4192-954F-F4CED232CDE9}" dt="2026-04-24T11:27:00.857" v="3935" actId="478"/>
          <ac:spMkLst>
            <pc:docMk/>
            <pc:sldMk cId="567265254" sldId="267"/>
            <ac:spMk id="8" creationId="{4CFA71BD-DEB9-493B-81FA-7E967AACBAB8}"/>
          </ac:spMkLst>
        </pc:spChg>
        <pc:spChg chg="del mod">
          <ac:chgData name="대승 고" userId="8296c006db2f14ee" providerId="LiveId" clId="{F997F1B9-429E-4192-954F-F4CED232CDE9}" dt="2026-04-24T11:27:00.857" v="3935" actId="478"/>
          <ac:spMkLst>
            <pc:docMk/>
            <pc:sldMk cId="567265254" sldId="267"/>
            <ac:spMk id="9" creationId="{1A54AE42-CF5C-4E1D-A3D6-484A229D82DF}"/>
          </ac:spMkLst>
        </pc:spChg>
        <pc:spChg chg="del">
          <ac:chgData name="대승 고" userId="8296c006db2f14ee" providerId="LiveId" clId="{F997F1B9-429E-4192-954F-F4CED232CDE9}" dt="2026-04-24T11:27:00.857" v="3935" actId="478"/>
          <ac:spMkLst>
            <pc:docMk/>
            <pc:sldMk cId="567265254" sldId="267"/>
            <ac:spMk id="10" creationId="{940CE7D0-6386-4EBD-86D4-81F2AFB9DEEC}"/>
          </ac:spMkLst>
        </pc:spChg>
        <pc:spChg chg="del mod">
          <ac:chgData name="대승 고" userId="8296c006db2f14ee" providerId="LiveId" clId="{F997F1B9-429E-4192-954F-F4CED232CDE9}" dt="2026-04-24T11:27:00.857" v="3935" actId="478"/>
          <ac:spMkLst>
            <pc:docMk/>
            <pc:sldMk cId="567265254" sldId="267"/>
            <ac:spMk id="11" creationId="{011C19BA-D1B0-42CC-BCAA-818278B87C85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15" creationId="{2EC3FD6B-0235-4A10-9AAC-736B2BD03840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18" creationId="{5F75ADFA-7F0F-4063-A8D4-D33D88D01F23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19" creationId="{32406A62-2947-4E3E-9B15-7F2580EAC6CC}"/>
          </ac:spMkLst>
        </pc:spChg>
        <pc:spChg chg="del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0" creationId="{13427A58-C608-4C99-9169-0458AB500E97}"/>
          </ac:spMkLst>
        </pc:spChg>
        <pc:spChg chg="del mod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1" creationId="{42332425-70B1-4BCC-A1DB-C85997E2913E}"/>
          </ac:spMkLst>
        </pc:spChg>
        <pc:spChg chg="del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2" creationId="{99333473-4065-49E6-831C-119BD8CF239D}"/>
          </ac:spMkLst>
        </pc:spChg>
        <pc:spChg chg="del mod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3" creationId="{37FE4A39-6AA1-46B8-9DE6-0A00BBC4B2A3}"/>
          </ac:spMkLst>
        </pc:spChg>
        <pc:spChg chg="del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4" creationId="{F356FEC6-C79C-4E4D-847B-869C3EA903D6}"/>
          </ac:spMkLst>
        </pc:spChg>
        <pc:spChg chg="del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5" creationId="{CFBDD5D4-B8E4-46A6-9AFF-E3CAA9E2D6B3}"/>
          </ac:spMkLst>
        </pc:spChg>
        <pc:spChg chg="del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6" creationId="{392F6014-EA04-4CE3-B66B-A1B228968A52}"/>
          </ac:spMkLst>
        </pc:spChg>
        <pc:spChg chg="del">
          <ac:chgData name="대승 고" userId="8296c006db2f14ee" providerId="LiveId" clId="{F997F1B9-429E-4192-954F-F4CED232CDE9}" dt="2026-04-24T11:24:55.128" v="3727" actId="478"/>
          <ac:spMkLst>
            <pc:docMk/>
            <pc:sldMk cId="567265254" sldId="267"/>
            <ac:spMk id="27" creationId="{21F87EB4-1EDD-47AF-9A64-06BE60B4E50B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29" creationId="{8ED49523-EBAF-42FA-B1F1-0FA6BF4F569B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30" creationId="{6F54E373-535B-41DC-8614-10196ED662E6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33" creationId="{6D8C604C-EB4D-4B8A-B427-F73D0B2E4850}"/>
          </ac:spMkLst>
        </pc:spChg>
        <pc:spChg chg="mod">
          <ac:chgData name="대승 고" userId="8296c006db2f14ee" providerId="LiveId" clId="{F997F1B9-429E-4192-954F-F4CED232CDE9}" dt="2026-04-24T11:25:41.479" v="3805" actId="20577"/>
          <ac:spMkLst>
            <pc:docMk/>
            <pc:sldMk cId="567265254" sldId="267"/>
            <ac:spMk id="35" creationId="{6D894BBD-F1DF-48C6-8049-F098E496ECE5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36" creationId="{FEA38856-6065-4B0E-A607-176F6A053BF5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38" creationId="{4742139D-3C34-4C91-ABBF-54E40DA50284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42" creationId="{736BF607-B13F-4FD6-9DC9-0AF17CDFEA9D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44" creationId="{16DA4A66-6519-4356-9C74-3A1024EBA1B8}"/>
          </ac:spMkLst>
        </pc:spChg>
        <pc:spChg chg="mod">
          <ac:chgData name="대승 고" userId="8296c006db2f14ee" providerId="LiveId" clId="{F997F1B9-429E-4192-954F-F4CED232CDE9}" dt="2026-04-24T11:27:55.078" v="4030" actId="20577"/>
          <ac:spMkLst>
            <pc:docMk/>
            <pc:sldMk cId="567265254" sldId="267"/>
            <ac:spMk id="45" creationId="{F173F2F5-EFE7-4D7A-B1A4-94FDAE35CCFF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46" creationId="{D6C58A2A-0F96-4DF3-AF67-9717760B27E7}"/>
          </ac:spMkLst>
        </pc:spChg>
        <pc:spChg chg="mod">
          <ac:chgData name="대승 고" userId="8296c006db2f14ee" providerId="LiveId" clId="{F997F1B9-429E-4192-954F-F4CED232CDE9}" dt="2026-04-24T11:28:04.639" v="4034" actId="20577"/>
          <ac:spMkLst>
            <pc:docMk/>
            <pc:sldMk cId="567265254" sldId="267"/>
            <ac:spMk id="49" creationId="{CED4CE1B-4726-41E8-9638-C906AC02CDF2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50" creationId="{9ECB6A72-1201-4BCD-AE40-B78552805C0C}"/>
          </ac:spMkLst>
        </pc:spChg>
        <pc:spChg chg="mod">
          <ac:chgData name="대승 고" userId="8296c006db2f14ee" providerId="LiveId" clId="{F997F1B9-429E-4192-954F-F4CED232CDE9}" dt="2026-04-24T11:28:20.983" v="4097" actId="20577"/>
          <ac:spMkLst>
            <pc:docMk/>
            <pc:sldMk cId="567265254" sldId="267"/>
            <ac:spMk id="51" creationId="{6FE28C6D-FC07-4BE9-B310-17C34D5E65EF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52" creationId="{54773947-88E6-4839-9DEC-99453D645DD4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53" creationId="{33D90B24-E79E-4AC2-B237-E794640ECB2D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54" creationId="{928EEA1F-2D98-4A9C-B0E9-69F945A8F1E8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56" creationId="{91EC5954-42DE-4144-BB9C-BD0DEDA0638F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57" creationId="{BB8234CD-DB92-4B96-A708-1F42ED0310E8}"/>
          </ac:spMkLst>
        </pc:spChg>
        <pc:spChg chg="mod">
          <ac:chgData name="대승 고" userId="8296c006db2f14ee" providerId="LiveId" clId="{F997F1B9-429E-4192-954F-F4CED232CDE9}" dt="2026-04-24T11:25:36.840" v="3797" actId="1076"/>
          <ac:spMkLst>
            <pc:docMk/>
            <pc:sldMk cId="567265254" sldId="267"/>
            <ac:spMk id="59" creationId="{44889B40-1AB0-44F5-B132-0422282244EB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60" creationId="{236433EA-54B1-4814-955C-E89282599501}"/>
          </ac:spMkLst>
        </pc:spChg>
        <pc:spChg chg="add del 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61" creationId="{FBA01DDB-38AA-44C4-BA83-246EE6E9F319}"/>
          </ac:spMkLst>
        </pc:spChg>
        <pc:spChg chg="mod">
          <ac:chgData name="대승 고" userId="8296c006db2f14ee" providerId="LiveId" clId="{F997F1B9-429E-4192-954F-F4CED232CDE9}" dt="2026-04-24T11:26:05.851" v="3807" actId="14100"/>
          <ac:spMkLst>
            <pc:docMk/>
            <pc:sldMk cId="567265254" sldId="267"/>
            <ac:spMk id="62" creationId="{FB04F320-1697-4930-99DA-07BAB890240E}"/>
          </ac:spMkLst>
        </pc:spChg>
        <pc:spChg chg="add del mod">
          <ac:chgData name="대승 고" userId="8296c006db2f14ee" providerId="LiveId" clId="{F997F1B9-429E-4192-954F-F4CED232CDE9}" dt="2026-04-24T11:40:24.515" v="4113" actId="6549"/>
          <ac:spMkLst>
            <pc:docMk/>
            <pc:sldMk cId="567265254" sldId="267"/>
            <ac:spMk id="63" creationId="{0334DFDA-8474-4937-8871-6D73F4147F06}"/>
          </ac:spMkLst>
        </pc:spChg>
        <pc:spChg chg="del">
          <ac:chgData name="대승 고" userId="8296c006db2f14ee" providerId="LiveId" clId="{F997F1B9-429E-4192-954F-F4CED232CDE9}" dt="2026-04-24T11:26:03.287" v="3806" actId="478"/>
          <ac:spMkLst>
            <pc:docMk/>
            <pc:sldMk cId="567265254" sldId="267"/>
            <ac:spMk id="64" creationId="{DE84C356-0E23-44D2-A24D-6DC12C330BA3}"/>
          </ac:spMkLst>
        </pc:spChg>
        <pc:spChg chg="add del mod">
          <ac:chgData name="대승 고" userId="8296c006db2f14ee" providerId="LiveId" clId="{F997F1B9-429E-4192-954F-F4CED232CDE9}" dt="2026-04-24T11:26:03.287" v="3806" actId="478"/>
          <ac:spMkLst>
            <pc:docMk/>
            <pc:sldMk cId="567265254" sldId="267"/>
            <ac:spMk id="65" creationId="{068BF63B-109A-45FB-A51B-6CBCAD289EB1}"/>
          </ac:spMkLst>
        </pc:spChg>
        <pc:spChg chg="del">
          <ac:chgData name="대승 고" userId="8296c006db2f14ee" providerId="LiveId" clId="{F997F1B9-429E-4192-954F-F4CED232CDE9}" dt="2026-04-24T11:26:03.287" v="3806" actId="478"/>
          <ac:spMkLst>
            <pc:docMk/>
            <pc:sldMk cId="567265254" sldId="267"/>
            <ac:spMk id="66" creationId="{8945864A-A45D-4777-8853-2691D12476D2}"/>
          </ac:spMkLst>
        </pc:spChg>
        <pc:spChg chg="del mod">
          <ac:chgData name="대승 고" userId="8296c006db2f14ee" providerId="LiveId" clId="{F997F1B9-429E-4192-954F-F4CED232CDE9}" dt="2026-04-24T11:26:03.287" v="3806" actId="478"/>
          <ac:spMkLst>
            <pc:docMk/>
            <pc:sldMk cId="567265254" sldId="267"/>
            <ac:spMk id="67" creationId="{B920A485-A7E6-45E7-B38E-0D6482131B2F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68" creationId="{F0384ED3-4A60-401C-BB2B-EEE1ECE9E711}"/>
          </ac:spMkLst>
        </pc:spChg>
        <pc:spChg chg="mod">
          <ac:chgData name="대승 고" userId="8296c006db2f14ee" providerId="LiveId" clId="{F997F1B9-429E-4192-954F-F4CED232CDE9}" dt="2026-04-24T11:24:31.118" v="3726" actId="20577"/>
          <ac:spMkLst>
            <pc:docMk/>
            <pc:sldMk cId="567265254" sldId="267"/>
            <ac:spMk id="69" creationId="{0850D11B-110B-4035-951C-228BFEAF0CE3}"/>
          </ac:spMkLst>
        </pc:spChg>
        <pc:spChg chg="add del 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1" creationId="{A1BBC12A-4E54-4465-8B43-778E1FF08EF0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3" creationId="{4421FF02-DE1F-40BD-96FC-4DCDC666F1D5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5" creationId="{F8EA10F5-5432-4BF1-B4E8-2373B2F07493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76" creationId="{8D946CB9-2489-48C7-BCE3-4581E18EB0DA}"/>
          </ac:spMkLst>
        </pc:spChg>
        <pc:spChg chg="mod">
          <ac:chgData name="대승 고" userId="8296c006db2f14ee" providerId="LiveId" clId="{F997F1B9-429E-4192-954F-F4CED232CDE9}" dt="2026-04-24T11:23:55.468" v="3706" actId="20577"/>
          <ac:spMkLst>
            <pc:docMk/>
            <pc:sldMk cId="567265254" sldId="267"/>
            <ac:spMk id="77" creationId="{B326CEFC-A59F-4211-9F85-8774EC0AB89C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78" creationId="{187D2B26-6E77-4174-B0BE-DCF2ABB39D0C}"/>
          </ac:spMkLst>
        </pc:spChg>
        <pc:spChg chg="mod">
          <ac:chgData name="대승 고" userId="8296c006db2f14ee" providerId="LiveId" clId="{F997F1B9-429E-4192-954F-F4CED232CDE9}" dt="2026-04-24T11:24:05.240" v="3712" actId="20577"/>
          <ac:spMkLst>
            <pc:docMk/>
            <pc:sldMk cId="567265254" sldId="267"/>
            <ac:spMk id="79" creationId="{0087480B-278E-47CE-B08D-10F7D16358F1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80" creationId="{E54590BD-59C0-49B4-AC3A-B72C4EDFA519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83" creationId="{5462966C-92DE-48A6-9F29-8C692D6E20F3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84" creationId="{F14C4F86-BBA7-491A-BDBF-204A1E6BF76E}"/>
          </ac:spMkLst>
        </pc:spChg>
        <pc:spChg chg="add mod">
          <ac:chgData name="대승 고" userId="8296c006db2f14ee" providerId="LiveId" clId="{F997F1B9-429E-4192-954F-F4CED232CDE9}" dt="2026-04-24T11:23:50.865" v="3702" actId="6549"/>
          <ac:spMkLst>
            <pc:docMk/>
            <pc:sldMk cId="567265254" sldId="267"/>
            <ac:spMk id="85" creationId="{B6D7F461-F84B-4138-9751-C76A72D51DBF}"/>
          </ac:spMkLst>
        </pc:spChg>
        <pc:spChg chg="del">
          <ac:chgData name="대승 고" userId="8296c006db2f14ee" providerId="LiveId" clId="{F997F1B9-429E-4192-954F-F4CED232CDE9}" dt="2026-04-24T04:57:36.021" v="3" actId="478"/>
          <ac:spMkLst>
            <pc:docMk/>
            <pc:sldMk cId="567265254" sldId="267"/>
            <ac:spMk id="86" creationId="{58E9E020-A77C-4364-B8AA-45D4A71A2B14}"/>
          </ac:spMkLst>
        </pc:spChg>
        <pc:spChg chg="mod">
          <ac:chgData name="대승 고" userId="8296c006db2f14ee" providerId="LiveId" clId="{F997F1B9-429E-4192-954F-F4CED232CDE9}" dt="2026-04-24T11:24:10.381" v="3714" actId="20577"/>
          <ac:spMkLst>
            <pc:docMk/>
            <pc:sldMk cId="567265254" sldId="267"/>
            <ac:spMk id="87" creationId="{9138AC25-7E87-4F99-8EC4-F9A9795B4792}"/>
          </ac:spMkLst>
        </pc:spChg>
        <pc:spChg chg="mod">
          <ac:chgData name="대승 고" userId="8296c006db2f14ee" providerId="LiveId" clId="{F997F1B9-429E-4192-954F-F4CED232CDE9}" dt="2026-04-24T11:26:18.803" v="3825" actId="6549"/>
          <ac:spMkLst>
            <pc:docMk/>
            <pc:sldMk cId="567265254" sldId="267"/>
            <ac:spMk id="89" creationId="{E7E1A891-5CD0-47DA-9591-EC359F2B93A6}"/>
          </ac:spMkLst>
        </pc:spChg>
        <pc:spChg chg="add del 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91" creationId="{915DC4DE-A593-45A7-9973-83453E910367}"/>
          </ac:spMkLst>
        </pc:spChg>
        <pc:spChg chg="add del">
          <ac:chgData name="대승 고" userId="8296c006db2f14ee" providerId="LiveId" clId="{F997F1B9-429E-4192-954F-F4CED232CDE9}" dt="2026-04-24T08:38:24.172" v="590" actId="478"/>
          <ac:spMkLst>
            <pc:docMk/>
            <pc:sldMk cId="567265254" sldId="267"/>
            <ac:spMk id="92" creationId="{0C2FDC39-5A87-49BE-B604-ECDB383621D4}"/>
          </ac:spMkLst>
        </pc:spChg>
        <pc:spChg chg="add del mod">
          <ac:chgData name="대승 고" userId="8296c006db2f14ee" providerId="LiveId" clId="{F997F1B9-429E-4192-954F-F4CED232CDE9}" dt="2026-04-24T11:26:56.722" v="3934" actId="21"/>
          <ac:spMkLst>
            <pc:docMk/>
            <pc:sldMk cId="567265254" sldId="267"/>
            <ac:spMk id="92" creationId="{9E078695-E0EE-70B7-4C14-B2877F658EE2}"/>
          </ac:spMkLst>
        </pc:spChg>
        <pc:spChg chg="add del mod">
          <ac:chgData name="대승 고" userId="8296c006db2f14ee" providerId="LiveId" clId="{F997F1B9-429E-4192-954F-F4CED232CDE9}" dt="2026-04-24T11:26:56.722" v="3934" actId="21"/>
          <ac:spMkLst>
            <pc:docMk/>
            <pc:sldMk cId="567265254" sldId="267"/>
            <ac:spMk id="93" creationId="{DCD88304-3334-1801-A788-132AD351329E}"/>
          </ac:spMkLst>
        </pc:spChg>
        <pc:spChg chg="add mod">
          <ac:chgData name="대승 고" userId="8296c006db2f14ee" providerId="LiveId" clId="{F997F1B9-429E-4192-954F-F4CED232CDE9}" dt="2026-04-24T11:27:01.905" v="3936"/>
          <ac:spMkLst>
            <pc:docMk/>
            <pc:sldMk cId="567265254" sldId="267"/>
            <ac:spMk id="94" creationId="{9E078695-E0EE-70B7-4C14-B2877F658EE2}"/>
          </ac:spMkLst>
        </pc:spChg>
        <pc:spChg chg="add mod">
          <ac:chgData name="대승 고" userId="8296c006db2f14ee" providerId="LiveId" clId="{F997F1B9-429E-4192-954F-F4CED232CDE9}" dt="2026-04-24T11:27:22.485" v="4015" actId="6549"/>
          <ac:spMkLst>
            <pc:docMk/>
            <pc:sldMk cId="567265254" sldId="267"/>
            <ac:spMk id="95" creationId="{DCD88304-3334-1801-A788-132AD351329E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97" creationId="{9C23BC76-4FDC-0334-71F9-206B98B60187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98" creationId="{D14D479B-B985-FE93-B609-D1BB61A35BF4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99" creationId="{456F78E2-6E03-9A2B-909E-DB0C01D12963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00" creationId="{17499282-0299-2CBC-009F-F2AF67C5D80E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02" creationId="{30CBD4C1-E3F8-285A-3CCF-09A9F8CB1572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03" creationId="{D57E86EC-4F0D-811E-1AA9-335E2CE4AFAE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07" creationId="{564E5C11-86B6-CD2B-27F2-1F8B04E17628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08" creationId="{CC998EA8-7F6A-9C17-EE2E-829F91F5EEA3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09" creationId="{778616AF-41D4-F446-0D8F-91A3E1AFB1D9}"/>
          </ac:spMkLst>
        </pc:spChg>
        <pc:spChg chg="add mod">
          <ac:chgData name="대승 고" userId="8296c006db2f14ee" providerId="LiveId" clId="{F997F1B9-429E-4192-954F-F4CED232CDE9}" dt="2026-04-24T11:27:44.665" v="4016" actId="571"/>
          <ac:spMkLst>
            <pc:docMk/>
            <pc:sldMk cId="567265254" sldId="267"/>
            <ac:spMk id="111" creationId="{AF8AAA08-80B3-9990-F9B1-CD16D15A83ED}"/>
          </ac:spMkLst>
        </pc:spChg>
      </pc:sldChg>
      <pc:sldChg chg="delSp modSp mod">
        <pc:chgData name="대승 고" userId="8296c006db2f14ee" providerId="LiveId" clId="{F997F1B9-429E-4192-954F-F4CED232CDE9}" dt="2026-04-24T11:30:20.302" v="4111" actId="20577"/>
        <pc:sldMkLst>
          <pc:docMk/>
          <pc:sldMk cId="396681430" sldId="268"/>
        </pc:sldMkLst>
        <pc:spChg chg="mod">
          <ac:chgData name="대승 고" userId="8296c006db2f14ee" providerId="LiveId" clId="{F997F1B9-429E-4192-954F-F4CED232CDE9}" dt="2026-04-24T11:30:20.302" v="4111" actId="20577"/>
          <ac:spMkLst>
            <pc:docMk/>
            <pc:sldMk cId="396681430" sldId="268"/>
            <ac:spMk id="2" creationId="{64C02695-52BF-4B5E-9029-51401DB161B7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4" creationId="{E8B2DB12-A6B0-4C74-93EF-6F338FD885D4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5" creationId="{35E61DBA-B5BC-44F0-AC98-0B02D51A9840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7" creationId="{85EDEF72-CA10-4194-B44F-C75DF2277320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8" creationId="{0F819F85-1910-4A4C-A0A2-E9E6F8406D23}"/>
          </ac:spMkLst>
        </pc:spChg>
        <pc:spChg chg="del mod">
          <ac:chgData name="대승 고" userId="8296c006db2f14ee" providerId="LiveId" clId="{F997F1B9-429E-4192-954F-F4CED232CDE9}" dt="2026-04-24T11:29:23.795" v="4100" actId="478"/>
          <ac:spMkLst>
            <pc:docMk/>
            <pc:sldMk cId="396681430" sldId="268"/>
            <ac:spMk id="16" creationId="{604AFFDC-C392-42B9-91A2-F45E36BE879B}"/>
          </ac:spMkLst>
        </pc:spChg>
        <pc:spChg chg="del">
          <ac:chgData name="대승 고" userId="8296c006db2f14ee" providerId="LiveId" clId="{F997F1B9-429E-4192-954F-F4CED232CDE9}" dt="2026-04-24T11:29:23.795" v="4100" actId="478"/>
          <ac:spMkLst>
            <pc:docMk/>
            <pc:sldMk cId="396681430" sldId="268"/>
            <ac:spMk id="17" creationId="{24130DC2-E812-4AB3-B523-619A4BAB8876}"/>
          </ac:spMkLst>
        </pc:spChg>
        <pc:spChg chg="del mod">
          <ac:chgData name="대승 고" userId="8296c006db2f14ee" providerId="LiveId" clId="{F997F1B9-429E-4192-954F-F4CED232CDE9}" dt="2026-04-24T11:29:23.795" v="4100" actId="478"/>
          <ac:spMkLst>
            <pc:docMk/>
            <pc:sldMk cId="396681430" sldId="268"/>
            <ac:spMk id="18" creationId="{F88B828E-A2E7-4936-BB2B-D5489E3BEABB}"/>
          </ac:spMkLst>
        </pc:spChg>
        <pc:spChg chg="del">
          <ac:chgData name="대승 고" userId="8296c006db2f14ee" providerId="LiveId" clId="{F997F1B9-429E-4192-954F-F4CED232CDE9}" dt="2026-04-24T11:29:23.795" v="4100" actId="478"/>
          <ac:spMkLst>
            <pc:docMk/>
            <pc:sldMk cId="396681430" sldId="268"/>
            <ac:spMk id="19" creationId="{7C1A44C7-88ED-4D57-91D8-C3A5AE8E9F68}"/>
          </ac:spMkLst>
        </pc:spChg>
        <pc:spChg chg="del">
          <ac:chgData name="대승 고" userId="8296c006db2f14ee" providerId="LiveId" clId="{F997F1B9-429E-4192-954F-F4CED232CDE9}" dt="2026-04-24T11:29:23.795" v="4100" actId="478"/>
          <ac:spMkLst>
            <pc:docMk/>
            <pc:sldMk cId="396681430" sldId="268"/>
            <ac:spMk id="20" creationId="{49C5CD4E-B428-4D55-BEE0-CE6538784BC5}"/>
          </ac:spMkLst>
        </pc:spChg>
        <pc:spChg chg="del">
          <ac:chgData name="대승 고" userId="8296c006db2f14ee" providerId="LiveId" clId="{F997F1B9-429E-4192-954F-F4CED232CDE9}" dt="2026-04-24T11:29:23.795" v="4100" actId="478"/>
          <ac:spMkLst>
            <pc:docMk/>
            <pc:sldMk cId="396681430" sldId="268"/>
            <ac:spMk id="21" creationId="{F906246B-037A-4945-998A-73B565D63646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22" creationId="{E5E05C1E-C66F-4B0E-A847-001E4297C11A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23" creationId="{4A3771DC-6A9C-419B-B762-65EC3C54AA40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24" creationId="{009F4831-B59E-4C51-98F9-366168E874CC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25" creationId="{DC98A560-6D77-421E-9DDB-404CA0D29A52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26" creationId="{1F118F27-544E-4C78-8693-25938795018D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27" creationId="{1F9856D4-89EA-4AF9-B2F5-A818C0EFCBA7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28" creationId="{80CA9484-1CFD-4F73-8E75-0AC3FC566E51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29" creationId="{5A89A1F3-3FEF-400D-9FC8-48D42B769D35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31" creationId="{569A4DBD-47A4-484D-89DE-11D5960F6B16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32" creationId="{6484EB34-BFF0-42CE-9B7E-AA13386CA3E9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33" creationId="{EA8E778A-500C-4C45-BA0F-2B46EAB7E0BE}"/>
          </ac:spMkLst>
        </pc:spChg>
        <pc:spChg chg="del">
          <ac:chgData name="대승 고" userId="8296c006db2f14ee" providerId="LiveId" clId="{F997F1B9-429E-4192-954F-F4CED232CDE9}" dt="2026-04-24T11:28:52.985" v="4098" actId="478"/>
          <ac:spMkLst>
            <pc:docMk/>
            <pc:sldMk cId="396681430" sldId="268"/>
            <ac:spMk id="34" creationId="{F4192B74-E5F1-47BB-A633-2298BBF979ED}"/>
          </ac:spMkLst>
        </pc:spChg>
        <pc:spChg chg="del mod">
          <ac:chgData name="대승 고" userId="8296c006db2f14ee" providerId="LiveId" clId="{F997F1B9-429E-4192-954F-F4CED232CDE9}" dt="2026-04-24T11:28:52.985" v="4098" actId="478"/>
          <ac:spMkLst>
            <pc:docMk/>
            <pc:sldMk cId="396681430" sldId="268"/>
            <ac:spMk id="35" creationId="{15C80833-226B-492F-87E6-6BA6A248447A}"/>
          </ac:spMkLst>
        </pc:spChg>
        <pc:spChg chg="del">
          <ac:chgData name="대승 고" userId="8296c006db2f14ee" providerId="LiveId" clId="{F997F1B9-429E-4192-954F-F4CED232CDE9}" dt="2026-04-24T11:28:52.985" v="4098" actId="478"/>
          <ac:spMkLst>
            <pc:docMk/>
            <pc:sldMk cId="396681430" sldId="268"/>
            <ac:spMk id="36" creationId="{DCAA776F-6365-4F16-96DD-C7BACEDC8805}"/>
          </ac:spMkLst>
        </pc:spChg>
        <pc:spChg chg="del">
          <ac:chgData name="대승 고" userId="8296c006db2f14ee" providerId="LiveId" clId="{F997F1B9-429E-4192-954F-F4CED232CDE9}" dt="2026-04-24T11:28:52.985" v="4098" actId="478"/>
          <ac:spMkLst>
            <pc:docMk/>
            <pc:sldMk cId="396681430" sldId="268"/>
            <ac:spMk id="37" creationId="{A4E178FE-DC72-4FA0-81D0-8F49DBA7FE26}"/>
          </ac:spMkLst>
        </pc:spChg>
        <pc:spChg chg="del">
          <ac:chgData name="대승 고" userId="8296c006db2f14ee" providerId="LiveId" clId="{F997F1B9-429E-4192-954F-F4CED232CDE9}" dt="2026-04-24T11:28:52.985" v="4098" actId="478"/>
          <ac:spMkLst>
            <pc:docMk/>
            <pc:sldMk cId="396681430" sldId="268"/>
            <ac:spMk id="38" creationId="{75DC5F22-7E01-47D8-A4E8-25227BC3702F}"/>
          </ac:spMkLst>
        </pc:spChg>
        <pc:spChg chg="del">
          <ac:chgData name="대승 고" userId="8296c006db2f14ee" providerId="LiveId" clId="{F997F1B9-429E-4192-954F-F4CED232CDE9}" dt="2026-04-24T11:28:52.985" v="4098" actId="478"/>
          <ac:spMkLst>
            <pc:docMk/>
            <pc:sldMk cId="396681430" sldId="268"/>
            <ac:spMk id="39" creationId="{BFA12587-6236-4C1A-896D-8F8F86BD4485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40" creationId="{8507AD5F-9DC5-49C5-98AA-6C2D3977B2DF}"/>
          </ac:spMkLst>
        </pc:spChg>
        <pc:spChg chg="mod">
          <ac:chgData name="대승 고" userId="8296c006db2f14ee" providerId="LiveId" clId="{F997F1B9-429E-4192-954F-F4CED232CDE9}" dt="2026-04-24T11:28:57.420" v="4099" actId="1076"/>
          <ac:spMkLst>
            <pc:docMk/>
            <pc:sldMk cId="396681430" sldId="268"/>
            <ac:spMk id="41" creationId="{EE49DAE4-7005-41C5-ACE5-6E2675CC83A8}"/>
          </ac:spMkLst>
        </pc:spChg>
        <pc:spChg chg="mod">
          <ac:chgData name="대승 고" userId="8296c006db2f14ee" providerId="LiveId" clId="{F997F1B9-429E-4192-954F-F4CED232CDE9}" dt="2026-04-24T11:29:31.839" v="4102" actId="1076"/>
          <ac:spMkLst>
            <pc:docMk/>
            <pc:sldMk cId="396681430" sldId="268"/>
            <ac:spMk id="42" creationId="{3A776031-4411-4D7C-ADDC-573344818190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43" creationId="{9E01AE70-C71F-497D-83D2-ED73765A29BB}"/>
          </ac:spMkLst>
        </pc:spChg>
        <pc:spChg chg="mod">
          <ac:chgData name="대승 고" userId="8296c006db2f14ee" providerId="LiveId" clId="{F997F1B9-429E-4192-954F-F4CED232CDE9}" dt="2026-04-24T11:29:57.733" v="4105" actId="2711"/>
          <ac:spMkLst>
            <pc:docMk/>
            <pc:sldMk cId="396681430" sldId="268"/>
            <ac:spMk id="44" creationId="{6DFC5F61-6335-4793-BDDB-A787F3C7AA10}"/>
          </ac:spMkLst>
        </pc:spChg>
        <pc:spChg chg="mod">
          <ac:chgData name="대승 고" userId="8296c006db2f14ee" providerId="LiveId" clId="{F997F1B9-429E-4192-954F-F4CED232CDE9}" dt="2026-04-24T11:28:57.420" v="4099" actId="1076"/>
          <ac:spMkLst>
            <pc:docMk/>
            <pc:sldMk cId="396681430" sldId="268"/>
            <ac:spMk id="45" creationId="{FD28F7BA-A8AC-44A2-A043-1DF623A30A4C}"/>
          </ac:spMkLst>
        </pc:spChg>
        <pc:spChg chg="del">
          <ac:chgData name="대승 고" userId="8296c006db2f14ee" providerId="LiveId" clId="{F997F1B9-429E-4192-954F-F4CED232CDE9}" dt="2026-04-24T11:29:25.741" v="4101" actId="478"/>
          <ac:spMkLst>
            <pc:docMk/>
            <pc:sldMk cId="396681430" sldId="268"/>
            <ac:spMk id="46" creationId="{0C2FDC39-5A87-49BE-B604-ECDB383621D4}"/>
          </ac:spMkLst>
        </pc:spChg>
      </pc:sldChg>
      <pc:sldChg chg="delSp del mod">
        <pc:chgData name="대승 고" userId="8296c006db2f14ee" providerId="LiveId" clId="{F997F1B9-429E-4192-954F-F4CED232CDE9}" dt="2026-04-24T08:51:28.338" v="1422" actId="47"/>
        <pc:sldMkLst>
          <pc:docMk/>
          <pc:sldMk cId="654114080" sldId="269"/>
        </pc:sldMkLst>
        <pc:spChg chg="del">
          <ac:chgData name="대승 고" userId="8296c006db2f14ee" providerId="LiveId" clId="{F997F1B9-429E-4192-954F-F4CED232CDE9}" dt="2026-04-24T08:35:00.807" v="588" actId="478"/>
          <ac:spMkLst>
            <pc:docMk/>
            <pc:sldMk cId="654114080" sldId="269"/>
            <ac:spMk id="38" creationId="{0C2FDC39-5A87-49BE-B604-ECDB383621D4}"/>
          </ac:spMkLst>
        </pc:spChg>
      </pc:sldChg>
      <pc:sldChg chg="add del">
        <pc:chgData name="대승 고" userId="8296c006db2f14ee" providerId="LiveId" clId="{F997F1B9-429E-4192-954F-F4CED232CDE9}" dt="2026-04-24T04:57:01.509" v="2" actId="47"/>
        <pc:sldMkLst>
          <pc:docMk/>
          <pc:sldMk cId="1603293404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7057309-BB74-42D9-B7E6-A9B1D0C38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A603447-F737-48BC-A150-A36FDFDF6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3150" b="1">
                <a:solidFill>
                  <a:srgbClr val="1E2D4A"/>
                </a:solidFill>
              </a:defRPr>
            </a:pPr>
            <a:r>
              <a:rPr sz="3150" b="1" dirty="0">
                <a:solidFill>
                  <a:srgbClr val="1E2D4A"/>
                </a:solidFill>
              </a:rPr>
              <a:t>Spin Miner </a:t>
            </a:r>
            <a:r>
              <a:rPr sz="3150" b="1" dirty="0" err="1">
                <a:solidFill>
                  <a:srgbClr val="1E2D4A"/>
                </a:solidFill>
              </a:rPr>
              <a:t>브레이크</a:t>
            </a:r>
            <a:r>
              <a:rPr sz="3150" b="1" dirty="0">
                <a:solidFill>
                  <a:srgbClr val="1E2D4A"/>
                </a:solidFill>
              </a:rPr>
              <a:t> </a:t>
            </a:r>
            <a:r>
              <a:rPr sz="3150" b="1" dirty="0" err="1">
                <a:solidFill>
                  <a:srgbClr val="1E2D4A"/>
                </a:solidFill>
              </a:rPr>
              <a:t>시스템</a:t>
            </a:r>
            <a:endParaRPr sz="3150" b="1" dirty="0">
              <a:solidFill>
                <a:srgbClr val="1E2D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중</a:t>
            </a:r>
            <a:r>
              <a:rPr lang="ko-KR" altLang="en-US" sz="1200" b="0" dirty="0">
                <a:solidFill>
                  <a:srgbClr val="202020"/>
                </a:solidFill>
              </a:rPr>
              <a:t>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노출되</a:t>
            </a:r>
            <a:r>
              <a:rPr lang="ko-KR" altLang="en-US" sz="1200" b="0" dirty="0">
                <a:solidFill>
                  <a:srgbClr val="202020"/>
                </a:solidFill>
              </a:rPr>
              <a:t>며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공략을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통해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시스템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상태에서는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데미지 피해량이 증가해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효율이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상승한다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약점은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시동기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역할로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정의한다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1.2. </a:t>
            </a:r>
            <a:r>
              <a:rPr lang="ko-KR" altLang="en-US" sz="1200" b="1" dirty="0">
                <a:solidFill>
                  <a:srgbClr val="202020"/>
                </a:solidFill>
              </a:rPr>
              <a:t>시스템</a:t>
            </a:r>
            <a:r>
              <a:rPr sz="1200" b="1" dirty="0">
                <a:solidFill>
                  <a:srgbClr val="202020"/>
                </a:solidFill>
              </a:rPr>
              <a:t> </a:t>
            </a:r>
            <a:r>
              <a:rPr sz="1200" b="1" dirty="0" err="1">
                <a:solidFill>
                  <a:srgbClr val="202020"/>
                </a:solidFill>
              </a:rPr>
              <a:t>목적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대기</a:t>
            </a:r>
            <a:r>
              <a:rPr lang="ko-KR" altLang="en-US" sz="1200" dirty="0">
                <a:solidFill>
                  <a:srgbClr val="202020"/>
                </a:solidFill>
              </a:rPr>
              <a:t>하며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타격이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반복</a:t>
            </a:r>
            <a:r>
              <a:rPr sz="1200" b="0" dirty="0" err="1">
                <a:solidFill>
                  <a:srgbClr val="202020"/>
                </a:solidFill>
              </a:rPr>
              <a:t>되는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구간에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조작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목적을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부여한다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플레이어가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의식하도록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만든다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noGrp="1"/>
          </p:cNvSpPr>
          <p:nvPr/>
        </p:nvSpPr>
        <p:spPr>
          <a:xfrm>
            <a:off x="95250" y="3638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noGrp="1"/>
          </p:cNvSpPr>
          <p:nvPr/>
        </p:nvSpPr>
        <p:spPr>
          <a:xfrm>
            <a:off x="95250" y="3981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오래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때리는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아니라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공략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대상처럼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인식하게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noGrp="1"/>
          </p:cNvSpPr>
          <p:nvPr/>
        </p:nvSpPr>
        <p:spPr>
          <a:xfrm>
            <a:off x="95250" y="42576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noGrp="1"/>
          </p:cNvSpPr>
          <p:nvPr/>
        </p:nvSpPr>
        <p:spPr>
          <a:xfrm>
            <a:off x="95250" y="45339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체류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공략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단계로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분해한다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noGrp="1"/>
          </p:cNvSpPr>
          <p:nvPr/>
        </p:nvSpPr>
        <p:spPr>
          <a:xfrm>
            <a:off x="95250" y="5257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noGrp="1"/>
          </p:cNvSpPr>
          <p:nvPr/>
        </p:nvSpPr>
        <p:spPr>
          <a:xfrm>
            <a:off x="95250" y="5610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2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lang="ko-KR" altLang="en-US" sz="1200" b="0" dirty="0">
                <a:solidFill>
                  <a:srgbClr val="202020"/>
                </a:solidFill>
              </a:rPr>
              <a:t>프로토 타입 </a:t>
            </a:r>
            <a:r>
              <a:rPr sz="1200" b="0" dirty="0" err="1">
                <a:solidFill>
                  <a:srgbClr val="202020"/>
                </a:solidFill>
              </a:rPr>
              <a:t>플레이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링크</a:t>
            </a:r>
            <a:r>
              <a:rPr sz="1200" b="0" dirty="0">
                <a:solidFill>
                  <a:srgbClr val="202020"/>
                </a:solidFill>
              </a:rPr>
              <a:t>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대형 광물을 타격하면 해당 광물 근처에 등장하는 공략 포인트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lang="en-US" sz="100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포인트를 일정 횟수를 타격하면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일정 시간 발생하는 </a:t>
            </a:r>
            <a:r>
              <a:rPr sz="1000" b="0" dirty="0" err="1">
                <a:solidFill>
                  <a:srgbClr val="202020"/>
                </a:solidFill>
              </a:rPr>
              <a:t>취약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상태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긴 </a:t>
            </a:r>
            <a:r>
              <a:rPr sz="1000" b="0" dirty="0" err="1">
                <a:solidFill>
                  <a:srgbClr val="202020"/>
                </a:solidFill>
              </a:rPr>
              <a:t>체류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리듬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변화를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주는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보상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대형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noGrp="1"/>
          </p:cNvSpPr>
          <p:nvPr/>
        </p:nvSpPr>
        <p:spPr>
          <a:xfrm>
            <a:off x="2057400" y="27241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규칙을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적용받는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lang="en-US" sz="1000" b="0" dirty="0">
              <a:solidFill>
                <a:srgbClr val="20202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광물 타입 </a:t>
            </a:r>
            <a:r>
              <a:rPr lang="en-US" altLang="ko-KR" sz="1000" dirty="0" err="1">
                <a:solidFill>
                  <a:srgbClr val="202020"/>
                </a:solidFill>
              </a:rPr>
              <a:t>enum</a:t>
            </a:r>
            <a:r>
              <a:rPr lang="ko-KR" altLang="en-US" sz="1000" dirty="0">
                <a:solidFill>
                  <a:srgbClr val="202020"/>
                </a:solidFill>
              </a:rPr>
              <a:t>으로 연출</a:t>
            </a:r>
            <a:r>
              <a:rPr lang="en-US" altLang="ko-KR" sz="1000" dirty="0">
                <a:solidFill>
                  <a:srgbClr val="202020"/>
                </a:solidFill>
              </a:rPr>
              <a:t>/</a:t>
            </a:r>
            <a:r>
              <a:rPr lang="ko-KR" altLang="en-US" sz="1000" dirty="0">
                <a:solidFill>
                  <a:srgbClr val="202020"/>
                </a:solidFill>
              </a:rPr>
              <a:t>규칙 적용 여부 결정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3. </a:t>
            </a:r>
            <a:r>
              <a:rPr sz="2250" b="1" dirty="0" err="1">
                <a:solidFill>
                  <a:srgbClr val="1E2D4A"/>
                </a:solidFill>
              </a:rPr>
              <a:t>플레이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lang="ko-KR" altLang="en-US" sz="2250" b="1" dirty="0">
                <a:solidFill>
                  <a:srgbClr val="1E2D4A"/>
                </a:solidFill>
              </a:rPr>
              <a:t>경험</a:t>
            </a:r>
            <a:r>
              <a:rPr sz="2250" b="1" dirty="0">
                <a:solidFill>
                  <a:srgbClr val="1E2D4A"/>
                </a:solidFill>
              </a:rPr>
              <a:t> 및 </a:t>
            </a:r>
            <a:r>
              <a:rPr lang="ko-KR" altLang="en-US" sz="2250" b="1" dirty="0">
                <a:solidFill>
                  <a:srgbClr val="1E2D4A"/>
                </a:solidFill>
              </a:rPr>
              <a:t>개선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방향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3.1. </a:t>
            </a:r>
            <a:r>
              <a:rPr lang="ko-KR" altLang="en-US" sz="1200" b="1" dirty="0">
                <a:solidFill>
                  <a:srgbClr val="202020"/>
                </a:solidFill>
              </a:rPr>
              <a:t>플레이 경험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noGrp="1"/>
          </p:cNvSpPr>
          <p:nvPr/>
        </p:nvSpPr>
        <p:spPr>
          <a:xfrm>
            <a:off x="95250" y="1476375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noGrp="1"/>
          </p:cNvSpPr>
          <p:nvPr/>
        </p:nvSpPr>
        <p:spPr>
          <a:xfrm>
            <a:off x="152400" y="15144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noGrp="1"/>
          </p:cNvSpPr>
          <p:nvPr/>
        </p:nvSpPr>
        <p:spPr>
          <a:xfrm>
            <a:off x="1619250" y="1476375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noGrp="1"/>
          </p:cNvSpPr>
          <p:nvPr/>
        </p:nvSpPr>
        <p:spPr>
          <a:xfrm>
            <a:off x="1676400" y="15144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lang="ko-KR" altLang="en-US" sz="1000" b="1" dirty="0">
                <a:solidFill>
                  <a:srgbClr val="202020"/>
                </a:solidFill>
              </a:rPr>
              <a:t>플레이 경험</a:t>
            </a:r>
            <a:endParaRPr sz="1000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noGrp="1"/>
          </p:cNvSpPr>
          <p:nvPr/>
        </p:nvSpPr>
        <p:spPr>
          <a:xfrm>
            <a:off x="5962650" y="1514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noGrp="1"/>
          </p:cNvSpPr>
          <p:nvPr/>
        </p:nvSpPr>
        <p:spPr>
          <a:xfrm>
            <a:off x="95250" y="1933575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noGrp="1"/>
          </p:cNvSpPr>
          <p:nvPr/>
        </p:nvSpPr>
        <p:spPr>
          <a:xfrm>
            <a:off x="152400" y="19716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소형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noGrp="1"/>
          </p:cNvSpPr>
          <p:nvPr/>
        </p:nvSpPr>
        <p:spPr>
          <a:xfrm>
            <a:off x="1619250" y="1933575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noGrp="1"/>
          </p:cNvSpPr>
          <p:nvPr/>
        </p:nvSpPr>
        <p:spPr>
          <a:xfrm>
            <a:off x="1676400" y="19716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이동-타격-수집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주기가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짧음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noGrp="1"/>
          </p:cNvSpPr>
          <p:nvPr/>
        </p:nvSpPr>
        <p:spPr>
          <a:xfrm>
            <a:off x="5905500" y="1933575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noGrp="1"/>
          </p:cNvSpPr>
          <p:nvPr/>
        </p:nvSpPr>
        <p:spPr>
          <a:xfrm>
            <a:off x="5962650" y="19716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noGrp="1"/>
          </p:cNvSpPr>
          <p:nvPr/>
        </p:nvSpPr>
        <p:spPr>
          <a:xfrm>
            <a:off x="95250" y="23907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noGrp="1"/>
          </p:cNvSpPr>
          <p:nvPr/>
        </p:nvSpPr>
        <p:spPr>
          <a:xfrm>
            <a:off x="152400" y="24288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특수</a:t>
            </a:r>
            <a:r>
              <a:rPr lang="ko-KR" altLang="en-US"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noGrp="1"/>
          </p:cNvSpPr>
          <p:nvPr/>
        </p:nvSpPr>
        <p:spPr>
          <a:xfrm>
            <a:off x="1619250" y="23907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noGrp="1"/>
          </p:cNvSpPr>
          <p:nvPr/>
        </p:nvSpPr>
        <p:spPr>
          <a:xfrm>
            <a:off x="1676400" y="24288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젤리 광물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b="0" dirty="0">
                <a:solidFill>
                  <a:srgbClr val="202020"/>
                </a:solidFill>
              </a:rPr>
              <a:t>화염 광물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b="0" dirty="0">
                <a:solidFill>
                  <a:srgbClr val="202020"/>
                </a:solidFill>
              </a:rPr>
              <a:t>얼음 광물 해당</a:t>
            </a:r>
            <a:endParaRPr lang="en-US" altLang="ko-KR" sz="1000" b="0" dirty="0">
              <a:solidFill>
                <a:srgbClr val="202020"/>
              </a:solidFill>
            </a:endParaRPr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광물의 특수성으로 인한 다채로운 조작 경험 제공</a:t>
            </a:r>
            <a:endParaRPr lang="en-US" altLang="ko-KR" sz="1000" b="0" dirty="0">
              <a:solidFill>
                <a:srgbClr val="20202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noGrp="1"/>
          </p:cNvSpPr>
          <p:nvPr/>
        </p:nvSpPr>
        <p:spPr>
          <a:xfrm>
            <a:off x="5905500" y="23907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noGrp="1"/>
          </p:cNvSpPr>
          <p:nvPr/>
        </p:nvSpPr>
        <p:spPr>
          <a:xfrm>
            <a:off x="5962650" y="24288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noGrp="1"/>
          </p:cNvSpPr>
          <p:nvPr/>
        </p:nvSpPr>
        <p:spPr>
          <a:xfrm>
            <a:off x="95250" y="39433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3.2. </a:t>
            </a:r>
            <a:r>
              <a:rPr lang="ko-KR" altLang="en-US" sz="1200" b="1" dirty="0">
                <a:solidFill>
                  <a:srgbClr val="202020"/>
                </a:solidFill>
              </a:rPr>
              <a:t>개선</a:t>
            </a:r>
            <a:r>
              <a:rPr sz="1200" b="1" dirty="0">
                <a:solidFill>
                  <a:srgbClr val="202020"/>
                </a:solidFill>
              </a:rPr>
              <a:t> </a:t>
            </a:r>
            <a:r>
              <a:rPr sz="1200" b="1" dirty="0" err="1">
                <a:solidFill>
                  <a:srgbClr val="202020"/>
                </a:solidFill>
              </a:rPr>
              <a:t>방향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noGrp="1"/>
          </p:cNvSpPr>
          <p:nvPr/>
        </p:nvSpPr>
        <p:spPr>
          <a:xfrm>
            <a:off x="95250" y="43053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lang="ko-KR" altLang="en-US" sz="1200" dirty="0">
                <a:solidFill>
                  <a:srgbClr val="202020"/>
                </a:solidFill>
              </a:rPr>
              <a:t>대형 광물은 </a:t>
            </a:r>
            <a:r>
              <a:rPr lang="ko-KR" altLang="en-US" sz="1200" b="0" dirty="0">
                <a:solidFill>
                  <a:srgbClr val="202020"/>
                </a:solidFill>
              </a:rPr>
              <a:t>높은 보상을 제공하</a:t>
            </a:r>
            <a:r>
              <a:rPr lang="ko-KR" altLang="en-US" sz="1200" dirty="0">
                <a:solidFill>
                  <a:srgbClr val="202020"/>
                </a:solidFill>
              </a:rPr>
              <a:t>지만 </a:t>
            </a:r>
            <a:r>
              <a:rPr lang="en-US" altLang="ko-KR" sz="1200" dirty="0">
                <a:solidFill>
                  <a:srgbClr val="202020"/>
                </a:solidFill>
              </a:rPr>
              <a:t>HP</a:t>
            </a:r>
            <a:r>
              <a:rPr lang="ko-KR" altLang="en-US" sz="1200" dirty="0">
                <a:solidFill>
                  <a:srgbClr val="202020"/>
                </a:solidFill>
              </a:rPr>
              <a:t>가 높아 긴 채굴 시간이 필요한</a:t>
            </a:r>
            <a:r>
              <a:rPr lang="ko-KR" altLang="en-US" sz="1200" b="0" dirty="0">
                <a:solidFill>
                  <a:srgbClr val="202020"/>
                </a:solidFill>
              </a:rPr>
              <a:t> 대상이다</a:t>
            </a:r>
            <a:r>
              <a:rPr lang="en-US" altLang="ko-KR" sz="1200" b="0" dirty="0">
                <a:solidFill>
                  <a:srgbClr val="202020"/>
                </a:solidFill>
              </a:rPr>
              <a:t>.</a:t>
            </a:r>
            <a:endParaRPr lang="ko-KR" altLang="en-US" sz="1200" b="0" dirty="0">
              <a:solidFill>
                <a:srgbClr val="20202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noGrp="1"/>
          </p:cNvSpPr>
          <p:nvPr/>
        </p:nvSpPr>
        <p:spPr>
          <a:xfrm>
            <a:off x="95250" y="45815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상대적으로 긴 채굴 구간은 브레이크 시스템을 통해</a:t>
            </a:r>
            <a:r>
              <a:rPr lang="en-US" altLang="ko-KR" sz="1200" dirty="0"/>
              <a:t> </a:t>
            </a:r>
            <a:r>
              <a:rPr lang="ko-KR" altLang="en-US" sz="1200" dirty="0"/>
              <a:t>반복 체감을 완화한다</a:t>
            </a:r>
            <a:r>
              <a:rPr lang="en-US" altLang="ko-KR" sz="1200" dirty="0"/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A586D93-2848-2492-4C2F-ED5339E5FC28}"/>
              </a:ext>
            </a:extLst>
          </p:cNvPr>
          <p:cNvSpPr>
            <a:spLocks noGrp="1"/>
          </p:cNvSpPr>
          <p:nvPr/>
        </p:nvSpPr>
        <p:spPr>
          <a:xfrm>
            <a:off x="95249" y="1066800"/>
            <a:ext cx="78200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광물의 </a:t>
            </a:r>
            <a:r>
              <a:rPr lang="en-US" altLang="ko-KR" sz="1200" dirty="0"/>
              <a:t>HP</a:t>
            </a:r>
            <a:r>
              <a:rPr lang="ko-KR" altLang="en-US" sz="1200" dirty="0"/>
              <a:t>와 특수성에 따라 플레이 경험 차이가 발생한다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CDC577-37DA-49E0-9D30-4DBED552C8FE}"/>
              </a:ext>
            </a:extLst>
          </p:cNvPr>
          <p:cNvSpPr>
            <a:spLocks noGrp="1"/>
          </p:cNvSpPr>
          <p:nvPr/>
        </p:nvSpPr>
        <p:spPr>
          <a:xfrm>
            <a:off x="95250" y="28479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994726A-62A6-CC94-B67C-0F628E3B3654}"/>
              </a:ext>
            </a:extLst>
          </p:cNvPr>
          <p:cNvSpPr>
            <a:spLocks noGrp="1"/>
          </p:cNvSpPr>
          <p:nvPr/>
        </p:nvSpPr>
        <p:spPr>
          <a:xfrm>
            <a:off x="152400" y="28860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대형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DDD37C-E81E-F53F-0D08-86E74271B41F}"/>
              </a:ext>
            </a:extLst>
          </p:cNvPr>
          <p:cNvSpPr>
            <a:spLocks noGrp="1"/>
          </p:cNvSpPr>
          <p:nvPr/>
        </p:nvSpPr>
        <p:spPr>
          <a:xfrm>
            <a:off x="1619250" y="28479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480740-165C-5915-594A-6E2CA24E20F5}"/>
              </a:ext>
            </a:extLst>
          </p:cNvPr>
          <p:cNvSpPr>
            <a:spLocks noGrp="1"/>
          </p:cNvSpPr>
          <p:nvPr/>
        </p:nvSpPr>
        <p:spPr>
          <a:xfrm>
            <a:off x="1676400" y="28860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HP가</a:t>
            </a:r>
            <a:r>
              <a:rPr sz="1000" b="0" dirty="0">
                <a:solidFill>
                  <a:srgbClr val="202020"/>
                </a:solidFill>
              </a:rPr>
              <a:t> 높</a:t>
            </a:r>
            <a:r>
              <a:rPr lang="ko-KR" altLang="en-US" sz="1000" b="0" dirty="0">
                <a:solidFill>
                  <a:srgbClr val="202020"/>
                </a:solidFill>
              </a:rPr>
              <a:t>고 크기가 거대해서 공략 대상으로 인지됨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06ED444-E21B-AA0A-F357-4B0272DA53AA}"/>
              </a:ext>
            </a:extLst>
          </p:cNvPr>
          <p:cNvSpPr>
            <a:spLocks noGrp="1"/>
          </p:cNvSpPr>
          <p:nvPr/>
        </p:nvSpPr>
        <p:spPr>
          <a:xfrm>
            <a:off x="5905500" y="28479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1E6732-B2AA-044D-9894-008026314B75}"/>
              </a:ext>
            </a:extLst>
          </p:cNvPr>
          <p:cNvSpPr>
            <a:spLocks noGrp="1"/>
          </p:cNvSpPr>
          <p:nvPr/>
        </p:nvSpPr>
        <p:spPr>
          <a:xfrm>
            <a:off x="5962650" y="28860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목표</a:t>
            </a:r>
            <a:r>
              <a:rPr lang="ko-KR" altLang="en-US" sz="1000" b="0" dirty="0">
                <a:solidFill>
                  <a:srgbClr val="202020"/>
                </a:solidFill>
              </a:rPr>
              <a:t>에 대한 인지와 확실한 보상에 대한 기대감 발생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0E559A-C22E-CA4B-4BD2-FAEC7F2DAF93}"/>
              </a:ext>
            </a:extLst>
          </p:cNvPr>
          <p:cNvSpPr>
            <a:spLocks noGrp="1"/>
          </p:cNvSpPr>
          <p:nvPr/>
        </p:nvSpPr>
        <p:spPr>
          <a:xfrm>
            <a:off x="5962650" y="24288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화염 피해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dirty="0">
                <a:solidFill>
                  <a:srgbClr val="202020"/>
                </a:solidFill>
              </a:rPr>
              <a:t>빙결 상태 등으로 변칙을 줘서 다양한 경험을 줌</a:t>
            </a:r>
            <a:endParaRPr sz="1000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noGrp="1"/>
          </p:cNvSpPr>
          <p:nvPr/>
        </p:nvSpPr>
        <p:spPr>
          <a:xfrm>
            <a:off x="952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00" b="1" dirty="0">
                <a:solidFill>
                  <a:srgbClr val="202020"/>
                </a:solidFill>
              </a:rPr>
              <a:t>대형 광물 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noGrp="1"/>
          </p:cNvSpPr>
          <p:nvPr/>
        </p:nvSpPr>
        <p:spPr>
          <a:xfrm>
            <a:off x="18923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noGrp="1"/>
          </p:cNvSpPr>
          <p:nvPr/>
        </p:nvSpPr>
        <p:spPr>
          <a:xfrm>
            <a:off x="20447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noGrp="1"/>
          </p:cNvSpPr>
          <p:nvPr/>
        </p:nvSpPr>
        <p:spPr>
          <a:xfrm>
            <a:off x="21018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noGrp="1"/>
          </p:cNvSpPr>
          <p:nvPr/>
        </p:nvSpPr>
        <p:spPr>
          <a:xfrm>
            <a:off x="38417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noGrp="1"/>
          </p:cNvSpPr>
          <p:nvPr/>
        </p:nvSpPr>
        <p:spPr>
          <a:xfrm>
            <a:off x="39941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noGrp="1"/>
          </p:cNvSpPr>
          <p:nvPr/>
        </p:nvSpPr>
        <p:spPr>
          <a:xfrm>
            <a:off x="40513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00" b="1" dirty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noGrp="1"/>
          </p:cNvSpPr>
          <p:nvPr/>
        </p:nvSpPr>
        <p:spPr>
          <a:xfrm>
            <a:off x="57912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lang="en-US" altLang="ko-KR" sz="1100" b="1" dirty="0">
                <a:solidFill>
                  <a:srgbClr val="202020"/>
                </a:solidFill>
              </a:rPr>
              <a:t>&gt;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noGrp="1"/>
          </p:cNvSpPr>
          <p:nvPr/>
        </p:nvSpPr>
        <p:spPr>
          <a:xfrm>
            <a:off x="5943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00" b="1" dirty="0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noGrp="1"/>
          </p:cNvSpPr>
          <p:nvPr/>
        </p:nvSpPr>
        <p:spPr>
          <a:xfrm>
            <a:off x="95250" y="42672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4.2. </a:t>
            </a:r>
            <a:r>
              <a:rPr sz="1200" b="1" dirty="0" err="1">
                <a:solidFill>
                  <a:srgbClr val="202020"/>
                </a:solidFill>
              </a:rPr>
              <a:t>적용</a:t>
            </a:r>
            <a:r>
              <a:rPr sz="1200" b="1" dirty="0">
                <a:solidFill>
                  <a:srgbClr val="202020"/>
                </a:solidFill>
              </a:rPr>
              <a:t> </a:t>
            </a:r>
            <a:r>
              <a:rPr sz="1200" b="1" dirty="0" err="1">
                <a:solidFill>
                  <a:srgbClr val="202020"/>
                </a:solidFill>
              </a:rPr>
              <a:t>범위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noGrp="1"/>
          </p:cNvSpPr>
          <p:nvPr/>
        </p:nvSpPr>
        <p:spPr>
          <a:xfrm>
            <a:off x="95250" y="4610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데이터에서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브레이크 적용 대상을 </a:t>
            </a:r>
            <a:r>
              <a:rPr sz="1200" b="0" dirty="0" err="1">
                <a:solidFill>
                  <a:srgbClr val="202020"/>
                </a:solidFill>
              </a:rPr>
              <a:t>제어한다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noGrp="1"/>
          </p:cNvSpPr>
          <p:nvPr/>
        </p:nvSpPr>
        <p:spPr>
          <a:xfrm>
            <a:off x="95250" y="4886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C39D45-F7FB-A4C2-9FDC-ECB2DE10E074}"/>
              </a:ext>
            </a:extLst>
          </p:cNvPr>
          <p:cNvSpPr>
            <a:spLocks noGrp="1"/>
          </p:cNvSpPr>
          <p:nvPr/>
        </p:nvSpPr>
        <p:spPr>
          <a:xfrm>
            <a:off x="95250" y="2114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4EA727-3A9A-81C0-C2B6-02710899D3D1}"/>
              </a:ext>
            </a:extLst>
          </p:cNvPr>
          <p:cNvSpPr>
            <a:spLocks noGrp="1"/>
          </p:cNvSpPr>
          <p:nvPr/>
        </p:nvSpPr>
        <p:spPr>
          <a:xfrm>
            <a:off x="95250" y="2457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1. </a:t>
            </a:r>
            <a:r>
              <a:rPr lang="ko-KR" altLang="en-US" sz="1200" b="0" dirty="0">
                <a:solidFill>
                  <a:srgbClr val="202020"/>
                </a:solidFill>
              </a:rPr>
              <a:t>대형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lang="ko-KR" altLang="en-US" sz="1200" b="0" dirty="0">
                <a:solidFill>
                  <a:srgbClr val="202020"/>
                </a:solidFill>
              </a:rPr>
              <a:t>을 일정 횟수 </a:t>
            </a:r>
            <a:r>
              <a:rPr sz="1200" b="0" dirty="0" err="1">
                <a:solidFill>
                  <a:srgbClr val="202020"/>
                </a:solidFill>
              </a:rPr>
              <a:t>타격</a:t>
            </a:r>
            <a:r>
              <a:rPr lang="ko-KR" altLang="en-US" sz="1200" dirty="0">
                <a:solidFill>
                  <a:srgbClr val="202020"/>
                </a:solidFill>
              </a:rPr>
              <a:t>하면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lang="en-US"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포인트가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등장한다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4F1578-FBDA-4E54-6574-845C214544A1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2.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lang="ko-KR" altLang="en-US" sz="1200" dirty="0">
                <a:solidFill>
                  <a:srgbClr val="202020"/>
                </a:solidFill>
              </a:rPr>
              <a:t>을</a:t>
            </a:r>
            <a:r>
              <a:rPr lang="ko-KR" altLang="en-US" sz="1200" b="0" dirty="0">
                <a:solidFill>
                  <a:srgbClr val="202020"/>
                </a:solidFill>
              </a:rPr>
              <a:t> 일정 </a:t>
            </a:r>
            <a:r>
              <a:rPr lang="ko-KR" altLang="en-US" sz="1200" dirty="0">
                <a:solidFill>
                  <a:srgbClr val="202020"/>
                </a:solidFill>
              </a:rPr>
              <a:t>횟수</a:t>
            </a:r>
            <a:r>
              <a:rPr lang="ko-KR" altLang="en-US" sz="1200" b="0" dirty="0">
                <a:solidFill>
                  <a:srgbClr val="202020"/>
                </a:solidFill>
              </a:rPr>
              <a:t> 타격하면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진입한다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758A90-9519-BD88-DD7C-D42FCFA719B2}"/>
              </a:ext>
            </a:extLst>
          </p:cNvPr>
          <p:cNvSpPr>
            <a:spLocks noGrp="1"/>
          </p:cNvSpPr>
          <p:nvPr/>
        </p:nvSpPr>
        <p:spPr>
          <a:xfrm>
            <a:off x="95250" y="3028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3. </a:t>
            </a:r>
            <a:r>
              <a:rPr lang="ko-KR" altLang="en-US" sz="1200" b="0" dirty="0">
                <a:solidFill>
                  <a:srgbClr val="202020"/>
                </a:solidFill>
              </a:rPr>
              <a:t>약점은 숨겨지고 </a:t>
            </a:r>
            <a:r>
              <a:rPr lang="ko-KR" altLang="en-US" sz="1200" dirty="0">
                <a:solidFill>
                  <a:srgbClr val="202020"/>
                </a:solidFill>
              </a:rPr>
              <a:t>브레이크 상태가 되면 지금보다 높은 배율의 피해를 입힌다</a:t>
            </a:r>
            <a:r>
              <a:rPr lang="en-US" altLang="ko-KR" sz="1200" dirty="0">
                <a:solidFill>
                  <a:srgbClr val="202020"/>
                </a:solidFill>
              </a:rPr>
              <a:t>.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F918A1-3D6F-D556-0A48-592B67B82C54}"/>
              </a:ext>
            </a:extLst>
          </p:cNvPr>
          <p:cNvSpPr>
            <a:spLocks noGrp="1"/>
          </p:cNvSpPr>
          <p:nvPr/>
        </p:nvSpPr>
        <p:spPr>
          <a:xfrm>
            <a:off x="95250" y="3314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4.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종료되면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복귀한다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7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일반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sz="1100" b="1" dirty="0" err="1">
                <a:solidFill>
                  <a:srgbClr val="202020"/>
                </a:solidFill>
              </a:rPr>
              <a:t>타격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약점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lang="ko-KR" altLang="en-US" sz="1100" b="1" dirty="0">
                <a:solidFill>
                  <a:srgbClr val="202020"/>
                </a:solidFill>
              </a:rPr>
              <a:t>노출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00" b="1" dirty="0" err="1">
                <a:solidFill>
                  <a:srgbClr val="202020"/>
                </a:solidFill>
              </a:rPr>
              <a:t>약점</a:t>
            </a:r>
            <a:r>
              <a:rPr sz="1100" b="1" dirty="0">
                <a:solidFill>
                  <a:srgbClr val="202020"/>
                </a:solidFill>
              </a:rPr>
              <a:t> </a:t>
            </a:r>
            <a:r>
              <a:rPr lang="ko-KR" altLang="en-US" sz="1100" b="1" dirty="0">
                <a:solidFill>
                  <a:srgbClr val="202020"/>
                </a:solidFill>
              </a:rPr>
              <a:t>공략</a:t>
            </a:r>
            <a:endParaRPr sz="1100" b="1" dirty="0">
              <a:solidFill>
                <a:srgbClr val="20202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00" b="1" dirty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00" b="1" dirty="0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곡괭이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접촉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피격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스케일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연출</a:t>
            </a:r>
            <a:r>
              <a:rPr lang="en-US" sz="1000" b="0" dirty="0">
                <a:solidFill>
                  <a:srgbClr val="202020"/>
                </a:solidFill>
              </a:rPr>
              <a:t> (</a:t>
            </a:r>
            <a:r>
              <a:rPr lang="ko-KR" altLang="en-US" sz="1000" b="0" dirty="0">
                <a:solidFill>
                  <a:srgbClr val="202020"/>
                </a:solidFill>
              </a:rPr>
              <a:t>기존 연출</a:t>
            </a:r>
            <a:r>
              <a:rPr lang="en-US" altLang="ko-KR" sz="1000" b="0" dirty="0">
                <a:solidFill>
                  <a:srgbClr val="202020"/>
                </a:solidFill>
              </a:rPr>
              <a:t>)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HP </a:t>
            </a:r>
            <a:r>
              <a:rPr sz="1000" b="0" dirty="0" err="1">
                <a:solidFill>
                  <a:srgbClr val="202020"/>
                </a:solidFill>
              </a:rPr>
              <a:t>감소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및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노출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카운트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노출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조건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충족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외곽선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근처에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포인트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등장</a:t>
            </a:r>
            <a:endParaRPr lang="en-US" sz="1000" b="0" dirty="0">
              <a:solidFill>
                <a:srgbClr val="20202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포인트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피격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연출</a:t>
            </a:r>
            <a:r>
              <a:rPr sz="1000" b="0" dirty="0">
                <a:solidFill>
                  <a:srgbClr val="202020"/>
                </a:solidFill>
              </a:rPr>
              <a:t> / </a:t>
            </a:r>
            <a:r>
              <a:rPr sz="1000" b="0" dirty="0" err="1">
                <a:solidFill>
                  <a:srgbClr val="202020"/>
                </a:solidFill>
              </a:rPr>
              <a:t>크기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 상태 </a:t>
            </a:r>
            <a:r>
              <a:rPr lang="en-US" altLang="ko-KR" sz="1000" b="0" dirty="0">
                <a:solidFill>
                  <a:srgbClr val="202020"/>
                </a:solidFill>
              </a:rPr>
              <a:t>%</a:t>
            </a:r>
            <a:r>
              <a:rPr lang="ko-KR" altLang="en-US"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 조건 충족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라인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색상 변경 및</a:t>
            </a:r>
            <a:endParaRPr lang="en-US" altLang="ko-KR" sz="1000" b="0" dirty="0">
              <a:solidFill>
                <a:srgbClr val="202020"/>
              </a:solidFill>
            </a:endParaRPr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외곽 라인이 </a:t>
            </a:r>
            <a:r>
              <a:rPr lang="ko-KR" altLang="en-US" sz="1000" dirty="0" err="1">
                <a:solidFill>
                  <a:srgbClr val="202020"/>
                </a:solidFill>
              </a:rPr>
              <a:t>줄어듬으로써</a:t>
            </a:r>
            <a:r>
              <a:rPr lang="ko-KR" altLang="en-US" sz="1000" dirty="0">
                <a:solidFill>
                  <a:srgbClr val="202020"/>
                </a:solidFill>
              </a:rPr>
              <a:t> 브레이크 남은 시간을 확인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피해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배율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적용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일반 상태 </a:t>
            </a:r>
            <a:r>
              <a:rPr sz="1000" dirty="0" err="1">
                <a:solidFill>
                  <a:srgbClr val="202020"/>
                </a:solidFill>
              </a:rPr>
              <a:t>복귀</a:t>
            </a:r>
            <a:endParaRPr sz="1000" dirty="0">
              <a:solidFill>
                <a:srgbClr val="20202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 연출 종료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6. </a:t>
            </a:r>
            <a:r>
              <a:rPr sz="2250" b="1" dirty="0" err="1">
                <a:solidFill>
                  <a:srgbClr val="1E2D4A"/>
                </a:solidFill>
              </a:rPr>
              <a:t>약점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규칙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약 </a:t>
            </a:r>
            <a:r>
              <a:rPr lang="en-US" sz="1000" b="0" dirty="0">
                <a:solidFill>
                  <a:srgbClr val="202020"/>
                </a:solidFill>
              </a:rPr>
              <a:t>3</a:t>
            </a:r>
            <a:r>
              <a:rPr sz="1000" b="0" dirty="0">
                <a:solidFill>
                  <a:srgbClr val="202020"/>
                </a:solidFill>
              </a:rPr>
              <a:t>초 </a:t>
            </a:r>
            <a:r>
              <a:rPr sz="1000" b="0" dirty="0" err="1">
                <a:solidFill>
                  <a:srgbClr val="202020"/>
                </a:solidFill>
              </a:rPr>
              <a:t>내외</a:t>
            </a:r>
            <a:r>
              <a:rPr sz="1000" b="0" dirty="0">
                <a:solidFill>
                  <a:srgbClr val="202020"/>
                </a:solidFill>
              </a:rPr>
              <a:t>. </a:t>
            </a:r>
            <a:r>
              <a:rPr sz="1000" b="0" dirty="0" err="1">
                <a:solidFill>
                  <a:srgbClr val="202020"/>
                </a:solidFill>
              </a:rPr>
              <a:t>실제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횟수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기준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noGrp="1"/>
          </p:cNvSpPr>
          <p:nvPr/>
        </p:nvSpPr>
        <p:spPr>
          <a:xfrm>
            <a:off x="247650" y="1971675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sz="1000" dirty="0">
                <a:solidFill>
                  <a:srgbClr val="202020"/>
                </a:solidFill>
              </a:rPr>
              <a:t>30</a:t>
            </a:r>
            <a:r>
              <a:rPr sz="1000" b="0" dirty="0">
                <a:solidFill>
                  <a:srgbClr val="202020"/>
                </a:solidFill>
              </a:rPr>
              <a:t>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타격 </a:t>
            </a:r>
            <a:r>
              <a:rPr lang="en-US" altLang="ko-KR" sz="1000" b="0" dirty="0">
                <a:solidFill>
                  <a:srgbClr val="202020"/>
                </a:solidFill>
              </a:rPr>
              <a:t>80</a:t>
            </a:r>
            <a:r>
              <a:rPr lang="ko-KR" altLang="en-US" sz="1000" b="0" dirty="0">
                <a:solidFill>
                  <a:srgbClr val="202020"/>
                </a:solidFill>
              </a:rPr>
              <a:t>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80</a:t>
            </a:r>
            <a:r>
              <a:rPr lang="ko-KR" altLang="en-US" sz="1000" b="0" dirty="0">
                <a:solidFill>
                  <a:srgbClr val="202020"/>
                </a:solidFill>
              </a:rPr>
              <a:t>회 타격 시 브레이크 상태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같은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위치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고정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피로도를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줄이기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위한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장치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noGrp="1"/>
          </p:cNvSpPr>
          <p:nvPr/>
        </p:nvSpPr>
        <p:spPr>
          <a:xfrm>
            <a:off x="190500" y="41624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noGrp="1"/>
          </p:cNvSpPr>
          <p:nvPr/>
        </p:nvSpPr>
        <p:spPr>
          <a:xfrm>
            <a:off x="190500" y="4505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noGrp="1"/>
          </p:cNvSpPr>
          <p:nvPr/>
        </p:nvSpPr>
        <p:spPr>
          <a:xfrm>
            <a:off x="190500" y="47815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noGrp="1"/>
          </p:cNvSpPr>
          <p:nvPr/>
        </p:nvSpPr>
        <p:spPr>
          <a:xfrm>
            <a:off x="190500" y="50577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캐릭터가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접근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불가능한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중심부나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안쪽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깊은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위치에는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생성하지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않는다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lang="en-US" sz="2250" b="1" dirty="0">
                <a:solidFill>
                  <a:srgbClr val="1E2D4A"/>
                </a:solidFill>
              </a:rPr>
              <a:t>7</a:t>
            </a:r>
            <a:r>
              <a:rPr sz="2250" b="1" dirty="0">
                <a:solidFill>
                  <a:srgbClr val="1E2D4A"/>
                </a:solidFill>
              </a:rPr>
              <a:t>. UI / UX </a:t>
            </a:r>
            <a:r>
              <a:rPr sz="2250" b="1" dirty="0" err="1">
                <a:solidFill>
                  <a:srgbClr val="1E2D4A"/>
                </a:solidFill>
              </a:rPr>
              <a:t>상태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정의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noGrp="1"/>
          </p:cNvSpPr>
          <p:nvPr/>
        </p:nvSpPr>
        <p:spPr>
          <a:xfrm>
            <a:off x="190500" y="828675"/>
            <a:ext cx="5619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endParaRPr sz="1125" b="1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HP </a:t>
            </a:r>
            <a:r>
              <a:rPr sz="1000" b="0" dirty="0" err="1">
                <a:solidFill>
                  <a:srgbClr val="202020"/>
                </a:solidFill>
              </a:rPr>
              <a:t>텍스트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조건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충족</a:t>
            </a:r>
            <a:r>
              <a:rPr sz="1000" b="0" dirty="0">
                <a:solidFill>
                  <a:srgbClr val="202020"/>
                </a:solidFill>
              </a:rPr>
              <a:t> 시 </a:t>
            </a:r>
            <a:r>
              <a:rPr sz="1000" b="0" dirty="0" err="1">
                <a:solidFill>
                  <a:srgbClr val="202020"/>
                </a:solidFill>
              </a:rPr>
              <a:t>등장</a:t>
            </a:r>
            <a:r>
              <a:rPr lang="ko-KR" altLang="en-US" sz="1000" b="0" dirty="0">
                <a:solidFill>
                  <a:srgbClr val="202020"/>
                </a:solidFill>
              </a:rPr>
              <a:t>하며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b="0" dirty="0">
                <a:solidFill>
                  <a:srgbClr val="202020"/>
                </a:solidFill>
              </a:rPr>
              <a:t>해당 부위를 타격하면</a:t>
            </a:r>
            <a:endParaRPr lang="en-US" altLang="ko-KR" sz="1000" b="0" dirty="0">
              <a:solidFill>
                <a:srgbClr val="202020"/>
              </a:solidFill>
            </a:endParaRPr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브레이크 게이지가 채워진다</a:t>
            </a:r>
            <a:r>
              <a:rPr lang="en-US" altLang="ko-KR" sz="1000" dirty="0">
                <a:solidFill>
                  <a:srgbClr val="202020"/>
                </a:solidFill>
              </a:rPr>
              <a:t>.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외곽선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 상태 남은 시간을</a:t>
            </a:r>
            <a:endParaRPr lang="en-US" altLang="ko-KR" sz="1000" b="0" dirty="0">
              <a:solidFill>
                <a:srgbClr val="202020"/>
              </a:solidFill>
            </a:endParaRPr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외곽선이 확산 후 좁혀지는 연출로 안내한다</a:t>
            </a:r>
            <a:r>
              <a:rPr lang="en-US" altLang="ko-KR" sz="1000" b="0" dirty="0">
                <a:solidFill>
                  <a:srgbClr val="202020"/>
                </a:solidFill>
              </a:rPr>
              <a:t>.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noGrp="1"/>
          </p:cNvSpPr>
          <p:nvPr/>
        </p:nvSpPr>
        <p:spPr>
          <a:xfrm>
            <a:off x="6858000" y="27432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noGrp="1"/>
          </p:cNvSpPr>
          <p:nvPr/>
        </p:nvSpPr>
        <p:spPr>
          <a:xfrm>
            <a:off x="8477250" y="27432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시 </a:t>
            </a:r>
            <a:r>
              <a:rPr sz="1000" b="0" dirty="0" err="1">
                <a:solidFill>
                  <a:srgbClr val="202020"/>
                </a:solidFill>
              </a:rPr>
              <a:t>즉시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반응해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명중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여부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전달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lang="en-US" sz="1200" b="1" dirty="0">
                <a:solidFill>
                  <a:srgbClr val="202020"/>
                </a:solidFill>
              </a:rPr>
              <a:t>7</a:t>
            </a:r>
            <a:r>
              <a:rPr sz="1200" b="1" dirty="0">
                <a:solidFill>
                  <a:srgbClr val="202020"/>
                </a:solidFill>
              </a:rPr>
              <a:t>.1. UX </a:t>
            </a:r>
            <a:r>
              <a:rPr sz="1200" b="1" dirty="0" err="1">
                <a:solidFill>
                  <a:srgbClr val="202020"/>
                </a:solidFill>
              </a:rPr>
              <a:t>기준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남은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외곽선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연출로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표현한다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A5FEABE-9E65-1EF0-103D-8A182F01F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38" y="851535"/>
            <a:ext cx="2334038" cy="2990850"/>
          </a:xfrm>
          <a:prstGeom prst="rect">
            <a:avLst/>
          </a:prstGeom>
        </p:spPr>
      </p:pic>
      <p:sp>
        <p:nvSpPr>
          <p:cNvPr id="46" name="타원 45">
            <a:extLst>
              <a:ext uri="{FF2B5EF4-FFF2-40B4-BE49-F238E27FC236}">
                <a16:creationId xmlns:a16="http://schemas.microsoft.com/office/drawing/2014/main" id="{A9E7128D-FA7F-1AA5-F9CE-EB4439C1350D}"/>
              </a:ext>
            </a:extLst>
          </p:cNvPr>
          <p:cNvSpPr/>
          <p:nvPr/>
        </p:nvSpPr>
        <p:spPr>
          <a:xfrm>
            <a:off x="2007457" y="1927860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18E96D3-7EF3-1E57-39F5-8C78887D0F46}"/>
              </a:ext>
            </a:extLst>
          </p:cNvPr>
          <p:cNvGrpSpPr/>
          <p:nvPr/>
        </p:nvGrpSpPr>
        <p:grpSpPr>
          <a:xfrm rot="19248062">
            <a:off x="2614528" y="2876549"/>
            <a:ext cx="914400" cy="914400"/>
            <a:chOff x="7610475" y="2514600"/>
            <a:chExt cx="914400" cy="914400"/>
          </a:xfrm>
          <a:scene3d>
            <a:camera prst="isometricLeftDown"/>
            <a:lightRig rig="threePt" dir="t"/>
          </a:scene3d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5CE1E50-5AD1-491B-9122-F56A7962FA37}"/>
                </a:ext>
              </a:extLst>
            </p:cNvPr>
            <p:cNvSpPr/>
            <p:nvPr/>
          </p:nvSpPr>
          <p:spPr>
            <a:xfrm>
              <a:off x="7610475" y="2514600"/>
              <a:ext cx="914400" cy="914400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2560B69-FA9A-46F7-A5FA-59B8B0559FF6}"/>
                </a:ext>
              </a:extLst>
            </p:cNvPr>
            <p:cNvSpPr/>
            <p:nvPr/>
          </p:nvSpPr>
          <p:spPr>
            <a:xfrm>
              <a:off x="7772399" y="2657474"/>
              <a:ext cx="619125" cy="619125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C398C59-4EBC-4CA0-3D84-5A4B937DAC2E}"/>
                </a:ext>
              </a:extLst>
            </p:cNvPr>
            <p:cNvSpPr/>
            <p:nvPr/>
          </p:nvSpPr>
          <p:spPr>
            <a:xfrm>
              <a:off x="7910512" y="2809873"/>
              <a:ext cx="314325" cy="3143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7FA6B0D0-CB61-6E08-B5DF-062E6D768B7D}"/>
              </a:ext>
            </a:extLst>
          </p:cNvPr>
          <p:cNvSpPr/>
          <p:nvPr/>
        </p:nvSpPr>
        <p:spPr>
          <a:xfrm>
            <a:off x="2321780" y="2775585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87F8C4AD-27BC-BEEF-E842-5B6C99A5866E}"/>
              </a:ext>
            </a:extLst>
          </p:cNvPr>
          <p:cNvSpPr/>
          <p:nvPr/>
        </p:nvSpPr>
        <p:spPr>
          <a:xfrm>
            <a:off x="3608316" y="1291901"/>
            <a:ext cx="314325" cy="31432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lang="en-US" sz="2250" b="1" dirty="0">
                <a:solidFill>
                  <a:srgbClr val="1E2D4A"/>
                </a:solidFill>
              </a:rPr>
              <a:t>8</a:t>
            </a:r>
            <a:r>
              <a:rPr sz="2250" b="1" dirty="0">
                <a:solidFill>
                  <a:srgbClr val="1E2D4A"/>
                </a:solidFill>
              </a:rPr>
              <a:t>. </a:t>
            </a:r>
            <a:r>
              <a:rPr sz="2250" b="1" dirty="0" err="1">
                <a:solidFill>
                  <a:srgbClr val="1E2D4A"/>
                </a:solidFill>
              </a:rPr>
              <a:t>피드백</a:t>
            </a:r>
            <a:r>
              <a:rPr sz="2250" b="1" dirty="0">
                <a:solidFill>
                  <a:srgbClr val="1E2D4A"/>
                </a:solidFill>
              </a:rPr>
              <a:t> / </a:t>
            </a:r>
            <a:r>
              <a:rPr sz="2250" b="1" dirty="0" err="1">
                <a:solidFill>
                  <a:srgbClr val="1E2D4A"/>
                </a:solidFill>
              </a:rPr>
              <a:t>연출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규칙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lang="ko-KR" altLang="en-US" sz="1000" b="1" dirty="0">
                <a:solidFill>
                  <a:srgbClr val="202020"/>
                </a:solidFill>
              </a:rPr>
              <a:t>연출 타이밍</a:t>
            </a:r>
            <a:endParaRPr sz="1000" b="1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기존 연출 사용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곡괭이가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접촉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피격 시마다 약점 포인트</a:t>
            </a:r>
            <a:r>
              <a:rPr sz="1000" b="0" dirty="0">
                <a:solidFill>
                  <a:srgbClr val="202020"/>
                </a:solidFill>
              </a:rPr>
              <a:t>가 </a:t>
            </a:r>
            <a:r>
              <a:rPr sz="1000" b="0" dirty="0" err="1">
                <a:solidFill>
                  <a:srgbClr val="202020"/>
                </a:solidFill>
              </a:rPr>
              <a:t>반응하고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포인트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크기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진행도</a:t>
            </a:r>
            <a:r>
              <a:rPr sz="1000" b="0" dirty="0">
                <a:solidFill>
                  <a:srgbClr val="202020"/>
                </a:solidFill>
              </a:rPr>
              <a:t> 100%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 / 일반 상태 복귀</a:t>
            </a: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lang="en-US" sz="2250" b="1" dirty="0">
                <a:solidFill>
                  <a:srgbClr val="1E2D4A"/>
                </a:solidFill>
              </a:rPr>
              <a:t>9</a:t>
            </a:r>
            <a:r>
              <a:rPr sz="2250" b="1" dirty="0">
                <a:solidFill>
                  <a:srgbClr val="1E2D4A"/>
                </a:solidFill>
              </a:rPr>
              <a:t>. </a:t>
            </a:r>
            <a:r>
              <a:rPr sz="2250" b="1" dirty="0" err="1">
                <a:solidFill>
                  <a:srgbClr val="1E2D4A"/>
                </a:solidFill>
              </a:rPr>
              <a:t>데이터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테이블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noGrp="1"/>
          </p:cNvSpPr>
          <p:nvPr/>
        </p:nvSpPr>
        <p:spPr>
          <a:xfrm>
            <a:off x="190500" y="159067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noGrp="1"/>
          </p:cNvSpPr>
          <p:nvPr/>
        </p:nvSpPr>
        <p:spPr>
          <a:xfrm>
            <a:off x="247650" y="16287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noGrp="1"/>
          </p:cNvSpPr>
          <p:nvPr/>
        </p:nvSpPr>
        <p:spPr>
          <a:xfrm>
            <a:off x="3143250" y="15906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noGrp="1"/>
          </p:cNvSpPr>
          <p:nvPr/>
        </p:nvSpPr>
        <p:spPr>
          <a:xfrm>
            <a:off x="3200400" y="16287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noGrp="1"/>
          </p:cNvSpPr>
          <p:nvPr/>
        </p:nvSpPr>
        <p:spPr>
          <a:xfrm>
            <a:off x="4857750" y="15906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noGrp="1"/>
          </p:cNvSpPr>
          <p:nvPr/>
        </p:nvSpPr>
        <p:spPr>
          <a:xfrm>
            <a:off x="4914900" y="16287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noGrp="1"/>
          </p:cNvSpPr>
          <p:nvPr/>
        </p:nvSpPr>
        <p:spPr>
          <a:xfrm>
            <a:off x="6572250" y="159067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noGrp="1"/>
          </p:cNvSpPr>
          <p:nvPr/>
        </p:nvSpPr>
        <p:spPr>
          <a:xfrm>
            <a:off x="6629400" y="16287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중 </a:t>
            </a:r>
            <a:r>
              <a:rPr sz="1000" b="0" dirty="0" err="1">
                <a:solidFill>
                  <a:srgbClr val="202020"/>
                </a:solidFill>
              </a:rPr>
              <a:t>데미지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증가 </a:t>
            </a:r>
            <a:r>
              <a:rPr sz="1000" b="0" dirty="0" err="1">
                <a:solidFill>
                  <a:srgbClr val="202020"/>
                </a:solidFill>
              </a:rPr>
              <a:t>배율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noGrp="1"/>
          </p:cNvSpPr>
          <p:nvPr/>
        </p:nvSpPr>
        <p:spPr>
          <a:xfrm>
            <a:off x="190500" y="195262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noGrp="1"/>
          </p:cNvSpPr>
          <p:nvPr/>
        </p:nvSpPr>
        <p:spPr>
          <a:xfrm>
            <a:off x="247650" y="19907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weak_reveal_hits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noGrp="1"/>
          </p:cNvSpPr>
          <p:nvPr/>
        </p:nvSpPr>
        <p:spPr>
          <a:xfrm>
            <a:off x="3200400" y="19907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noGrp="1"/>
          </p:cNvSpPr>
          <p:nvPr/>
        </p:nvSpPr>
        <p:spPr>
          <a:xfrm>
            <a:off x="4857750" y="19526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noGrp="1"/>
          </p:cNvSpPr>
          <p:nvPr/>
        </p:nvSpPr>
        <p:spPr>
          <a:xfrm>
            <a:off x="4914900" y="19907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noGrp="1"/>
          </p:cNvSpPr>
          <p:nvPr/>
        </p:nvSpPr>
        <p:spPr>
          <a:xfrm>
            <a:off x="6629400" y="19907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노출까지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필요한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몸통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타격</a:t>
            </a:r>
            <a:r>
              <a:rPr sz="1000" b="0" dirty="0">
                <a:solidFill>
                  <a:srgbClr val="202020"/>
                </a:solidFill>
              </a:rPr>
              <a:t>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noGrp="1"/>
          </p:cNvSpPr>
          <p:nvPr/>
        </p:nvSpPr>
        <p:spPr>
          <a:xfrm>
            <a:off x="190500" y="231457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noGrp="1"/>
          </p:cNvSpPr>
          <p:nvPr/>
        </p:nvSpPr>
        <p:spPr>
          <a:xfrm>
            <a:off x="247650" y="23526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altLang="ko-KR" sz="1000" dirty="0" err="1">
                <a:solidFill>
                  <a:srgbClr val="202020"/>
                </a:solidFill>
              </a:rPr>
              <a:t>weak_reveal_move</a:t>
            </a:r>
            <a:endParaRPr lang="en-US" altLang="ko-KR" sz="1000" dirty="0">
              <a:solidFill>
                <a:srgbClr val="20202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noGrp="1"/>
          </p:cNvSpPr>
          <p:nvPr/>
        </p:nvSpPr>
        <p:spPr>
          <a:xfrm>
            <a:off x="3143250" y="23145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noGrp="1"/>
          </p:cNvSpPr>
          <p:nvPr/>
        </p:nvSpPr>
        <p:spPr>
          <a:xfrm>
            <a:off x="3200400" y="23526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noGrp="1"/>
          </p:cNvSpPr>
          <p:nvPr/>
        </p:nvSpPr>
        <p:spPr>
          <a:xfrm>
            <a:off x="4857750" y="231457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noGrp="1"/>
          </p:cNvSpPr>
          <p:nvPr/>
        </p:nvSpPr>
        <p:spPr>
          <a:xfrm>
            <a:off x="4914900" y="23526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6.25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noGrp="1"/>
          </p:cNvSpPr>
          <p:nvPr/>
        </p:nvSpPr>
        <p:spPr>
          <a:xfrm>
            <a:off x="6572250" y="231457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noGrp="1"/>
          </p:cNvSpPr>
          <p:nvPr/>
        </p:nvSpPr>
        <p:spPr>
          <a:xfrm>
            <a:off x="6629400" y="23526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약점 위치가 다른 위치로 이동하는 시간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noGrp="1"/>
          </p:cNvSpPr>
          <p:nvPr/>
        </p:nvSpPr>
        <p:spPr>
          <a:xfrm>
            <a:off x="190500" y="267652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noGrp="1"/>
          </p:cNvSpPr>
          <p:nvPr/>
        </p:nvSpPr>
        <p:spPr>
          <a:xfrm>
            <a:off x="247650" y="27146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noGrp="1"/>
          </p:cNvSpPr>
          <p:nvPr/>
        </p:nvSpPr>
        <p:spPr>
          <a:xfrm>
            <a:off x="3143250" y="26765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noGrp="1"/>
          </p:cNvSpPr>
          <p:nvPr/>
        </p:nvSpPr>
        <p:spPr>
          <a:xfrm>
            <a:off x="4857750" y="267652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noGrp="1"/>
          </p:cNvSpPr>
          <p:nvPr/>
        </p:nvSpPr>
        <p:spPr>
          <a:xfrm>
            <a:off x="49149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noGrp="1"/>
          </p:cNvSpPr>
          <p:nvPr/>
        </p:nvSpPr>
        <p:spPr>
          <a:xfrm>
            <a:off x="6572250" y="267652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noGrp="1"/>
          </p:cNvSpPr>
          <p:nvPr/>
        </p:nvSpPr>
        <p:spPr>
          <a:xfrm>
            <a:off x="6629400" y="27146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지속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시간</a:t>
            </a:r>
            <a:r>
              <a:rPr lang="en-US" altLang="ko-KR" sz="1000" b="0" dirty="0">
                <a:solidFill>
                  <a:srgbClr val="202020"/>
                </a:solidFill>
              </a:rPr>
              <a:t>(</a:t>
            </a:r>
            <a:r>
              <a:rPr lang="ko-KR" altLang="en-US" sz="1000" b="0" dirty="0">
                <a:solidFill>
                  <a:srgbClr val="202020"/>
                </a:solidFill>
              </a:rPr>
              <a:t>초</a:t>
            </a:r>
            <a:r>
              <a:rPr lang="en-US" altLang="ko-KR" sz="1000" b="0" dirty="0">
                <a:solidFill>
                  <a:srgbClr val="202020"/>
                </a:solidFill>
              </a:rPr>
              <a:t>)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noGrp="1"/>
          </p:cNvSpPr>
          <p:nvPr/>
        </p:nvSpPr>
        <p:spPr>
          <a:xfrm>
            <a:off x="190500" y="39052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noGrp="1"/>
          </p:cNvSpPr>
          <p:nvPr/>
        </p:nvSpPr>
        <p:spPr>
          <a:xfrm>
            <a:off x="247650" y="3943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Table_MineralBreakGroup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noGrp="1"/>
          </p:cNvSpPr>
          <p:nvPr/>
        </p:nvSpPr>
        <p:spPr>
          <a:xfrm>
            <a:off x="3200400" y="3943350"/>
            <a:ext cx="807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lang="ko-KR" altLang="en-US" sz="1000" dirty="0"/>
              <a:t>광물 데이터에 브레이크 규칙을 적용하는 컬럼을 추가</a:t>
            </a:r>
            <a:r>
              <a:rPr lang="en-US" altLang="ko-KR" sz="1000" dirty="0"/>
              <a:t>.</a:t>
            </a:r>
            <a:endParaRPr sz="10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noGrp="1"/>
          </p:cNvSpPr>
          <p:nvPr/>
        </p:nvSpPr>
        <p:spPr>
          <a:xfrm>
            <a:off x="190500" y="42672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lang="en-US" altLang="ko-KR" sz="1000" dirty="0" err="1">
                <a:solidFill>
                  <a:srgbClr val="202020"/>
                </a:solidFill>
              </a:rPr>
              <a:t>BreakType</a:t>
            </a:r>
            <a:endParaRPr sz="1000" b="1" dirty="0">
              <a:solidFill>
                <a:srgbClr val="20202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noGrp="1"/>
          </p:cNvSpPr>
          <p:nvPr/>
        </p:nvSpPr>
        <p:spPr>
          <a:xfrm>
            <a:off x="190500" y="4629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noGrp="1"/>
          </p:cNvSpPr>
          <p:nvPr/>
        </p:nvSpPr>
        <p:spPr>
          <a:xfrm>
            <a:off x="247650" y="4667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sz="1000" b="0" dirty="0">
                <a:solidFill>
                  <a:srgbClr val="202020"/>
                </a:solidFill>
              </a:rPr>
              <a:t>None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noGrp="1"/>
          </p:cNvSpPr>
          <p:nvPr/>
        </p:nvSpPr>
        <p:spPr>
          <a:xfrm>
            <a:off x="3143250" y="4629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sz="1000" dirty="0" err="1">
                <a:solidFill>
                  <a:srgbClr val="202020"/>
                </a:solidFill>
              </a:rPr>
              <a:t>enum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noGrp="1"/>
          </p:cNvSpPr>
          <p:nvPr/>
        </p:nvSpPr>
        <p:spPr>
          <a:xfrm>
            <a:off x="4857750" y="46291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noGrp="1"/>
          </p:cNvSpPr>
          <p:nvPr/>
        </p:nvSpPr>
        <p:spPr>
          <a:xfrm>
            <a:off x="8001000" y="46291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noGrp="1"/>
          </p:cNvSpPr>
          <p:nvPr/>
        </p:nvSpPr>
        <p:spPr>
          <a:xfrm>
            <a:off x="247650" y="5029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Break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noGrp="1"/>
          </p:cNvSpPr>
          <p:nvPr/>
        </p:nvSpPr>
        <p:spPr>
          <a:xfrm>
            <a:off x="3200400" y="5029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en-US" altLang="ko-KR" sz="1000" dirty="0" err="1">
                <a:solidFill>
                  <a:srgbClr val="202020"/>
                </a:solidFill>
              </a:rPr>
              <a:t>enum</a:t>
            </a:r>
            <a:endParaRPr lang="en-US" altLang="ko-KR" sz="1000" dirty="0">
              <a:solidFill>
                <a:srgbClr val="20202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noGrp="1"/>
          </p:cNvSpPr>
          <p:nvPr/>
        </p:nvSpPr>
        <p:spPr>
          <a:xfrm>
            <a:off x="4857750" y="49911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규칙을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적용하는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noGrp="1"/>
          </p:cNvSpPr>
          <p:nvPr/>
        </p:nvSpPr>
        <p:spPr>
          <a:xfrm>
            <a:off x="8001000" y="49911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+ 브레이크 외곽선 연출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E078695-E0EE-70B7-4C14-B2877F658EE2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CD88304-3334-1801-A788-132AD351329E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8077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r>
              <a:rPr lang="ko-KR" altLang="en-US" sz="1000" dirty="0"/>
              <a:t>브레이크와 약점 관련 데이터 관리 테이블</a:t>
            </a:r>
            <a:endParaRPr sz="1000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74B3F56-E857-747E-138B-103583A03786}"/>
              </a:ext>
            </a:extLst>
          </p:cNvPr>
          <p:cNvSpPr>
            <a:spLocks noGrp="1"/>
          </p:cNvSpPr>
          <p:nvPr/>
        </p:nvSpPr>
        <p:spPr>
          <a:xfrm>
            <a:off x="190500" y="2676525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C23BC76-4FDC-0334-71F9-206B98B60187}"/>
              </a:ext>
            </a:extLst>
          </p:cNvPr>
          <p:cNvSpPr>
            <a:spLocks noGrp="1"/>
          </p:cNvSpPr>
          <p:nvPr/>
        </p:nvSpPr>
        <p:spPr>
          <a:xfrm>
            <a:off x="247650" y="271462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14D479B-B985-FE93-B609-D1BB61A35BF4}"/>
              </a:ext>
            </a:extLst>
          </p:cNvPr>
          <p:cNvSpPr>
            <a:spLocks noGrp="1"/>
          </p:cNvSpPr>
          <p:nvPr/>
        </p:nvSpPr>
        <p:spPr>
          <a:xfrm>
            <a:off x="3143250" y="267652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56F78E2-6E03-9A2B-909E-DB0C01D12963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499282-0299-2CBC-009F-F2AF67C5D80E}"/>
              </a:ext>
            </a:extLst>
          </p:cNvPr>
          <p:cNvSpPr>
            <a:spLocks noGrp="1"/>
          </p:cNvSpPr>
          <p:nvPr/>
        </p:nvSpPr>
        <p:spPr>
          <a:xfrm>
            <a:off x="4857750" y="2676525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68732E7-9C0C-C0B7-774A-1A703AEDAAE6}"/>
              </a:ext>
            </a:extLst>
          </p:cNvPr>
          <p:cNvSpPr>
            <a:spLocks noGrp="1"/>
          </p:cNvSpPr>
          <p:nvPr/>
        </p:nvSpPr>
        <p:spPr>
          <a:xfrm>
            <a:off x="4914900" y="271462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0CBD4C1-E3F8-285A-3CCF-09A9F8CB1572}"/>
              </a:ext>
            </a:extLst>
          </p:cNvPr>
          <p:cNvSpPr>
            <a:spLocks noGrp="1"/>
          </p:cNvSpPr>
          <p:nvPr/>
        </p:nvSpPr>
        <p:spPr>
          <a:xfrm>
            <a:off x="6572250" y="2676525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57E86EC-4F0D-811E-1AA9-335E2CE4AFAE}"/>
              </a:ext>
            </a:extLst>
          </p:cNvPr>
          <p:cNvSpPr>
            <a:spLocks noGrp="1"/>
          </p:cNvSpPr>
          <p:nvPr/>
        </p:nvSpPr>
        <p:spPr>
          <a:xfrm>
            <a:off x="6629400" y="271462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브레이크 타임까지 필요한 약점 타격 수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26CFBEC-CECF-9BC5-E7E7-56DEBDE08087}"/>
              </a:ext>
            </a:extLst>
          </p:cNvPr>
          <p:cNvSpPr>
            <a:spLocks noGrp="1"/>
          </p:cNvSpPr>
          <p:nvPr/>
        </p:nvSpPr>
        <p:spPr>
          <a:xfrm>
            <a:off x="190500" y="3038475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CAE761E-F5A8-0D0C-950A-4AE68C103EAF}"/>
              </a:ext>
            </a:extLst>
          </p:cNvPr>
          <p:cNvSpPr>
            <a:spLocks noGrp="1"/>
          </p:cNvSpPr>
          <p:nvPr/>
        </p:nvSpPr>
        <p:spPr>
          <a:xfrm>
            <a:off x="247650" y="3076575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B7F48DD-8DF7-03B5-1925-FCA4D8456726}"/>
              </a:ext>
            </a:extLst>
          </p:cNvPr>
          <p:cNvSpPr>
            <a:spLocks noGrp="1"/>
          </p:cNvSpPr>
          <p:nvPr/>
        </p:nvSpPr>
        <p:spPr>
          <a:xfrm>
            <a:off x="3143250" y="303847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64E5C11-86B6-CD2B-27F2-1F8B04E17628}"/>
              </a:ext>
            </a:extLst>
          </p:cNvPr>
          <p:cNvSpPr>
            <a:spLocks noGrp="1"/>
          </p:cNvSpPr>
          <p:nvPr/>
        </p:nvSpPr>
        <p:spPr>
          <a:xfrm>
            <a:off x="3200400" y="30765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C998EA8-7F6A-9C17-EE2E-829F91F5EEA3}"/>
              </a:ext>
            </a:extLst>
          </p:cNvPr>
          <p:cNvSpPr>
            <a:spLocks noGrp="1"/>
          </p:cNvSpPr>
          <p:nvPr/>
        </p:nvSpPr>
        <p:spPr>
          <a:xfrm>
            <a:off x="4857750" y="3038475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78616AF-41D4-F446-0D8F-91A3E1AFB1D9}"/>
              </a:ext>
            </a:extLst>
          </p:cNvPr>
          <p:cNvSpPr>
            <a:spLocks noGrp="1"/>
          </p:cNvSpPr>
          <p:nvPr/>
        </p:nvSpPr>
        <p:spPr>
          <a:xfrm>
            <a:off x="4914900" y="3076575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D7C88E1-45F3-BBFC-251B-267333ADD7EC}"/>
              </a:ext>
            </a:extLst>
          </p:cNvPr>
          <p:cNvSpPr>
            <a:spLocks noGrp="1"/>
          </p:cNvSpPr>
          <p:nvPr/>
        </p:nvSpPr>
        <p:spPr>
          <a:xfrm>
            <a:off x="6572250" y="3038475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F8AAA08-80B3-9990-F9B1-CD16D15A83ED}"/>
              </a:ext>
            </a:extLst>
          </p:cNvPr>
          <p:cNvSpPr>
            <a:spLocks noGrp="1"/>
          </p:cNvSpPr>
          <p:nvPr/>
        </p:nvSpPr>
        <p:spPr>
          <a:xfrm>
            <a:off x="6629400" y="3076575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지속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시간</a:t>
            </a:r>
            <a:r>
              <a:rPr lang="en-US" altLang="ko-KR" sz="1000" b="0" dirty="0">
                <a:solidFill>
                  <a:srgbClr val="202020"/>
                </a:solidFill>
              </a:rPr>
              <a:t>(</a:t>
            </a:r>
            <a:r>
              <a:rPr lang="ko-KR" altLang="en-US" sz="1000" b="0" dirty="0">
                <a:solidFill>
                  <a:srgbClr val="202020"/>
                </a:solidFill>
              </a:rPr>
              <a:t>초</a:t>
            </a:r>
            <a:r>
              <a:rPr lang="en-US" altLang="ko-KR" sz="1000" b="0" dirty="0">
                <a:solidFill>
                  <a:srgbClr val="202020"/>
                </a:solidFill>
              </a:rPr>
              <a:t>)</a:t>
            </a:r>
            <a:endParaRPr sz="1000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1</a:t>
            </a:r>
            <a:r>
              <a:rPr lang="en-US" sz="2250" b="1" dirty="0">
                <a:solidFill>
                  <a:srgbClr val="1E2D4A"/>
                </a:solidFill>
              </a:rPr>
              <a:t>0</a:t>
            </a:r>
            <a:r>
              <a:rPr sz="2250" b="1" dirty="0">
                <a:solidFill>
                  <a:srgbClr val="1E2D4A"/>
                </a:solidFill>
              </a:rPr>
              <a:t>. </a:t>
            </a:r>
            <a:r>
              <a:rPr sz="2250" b="1" dirty="0" err="1">
                <a:solidFill>
                  <a:srgbClr val="1E2D4A"/>
                </a:solidFill>
              </a:rPr>
              <a:t>예외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처리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BreakGroup 데이터 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974</Words>
  <Application>Microsoft Office PowerPoint</Application>
  <DocSecurity>0</DocSecurity>
  <PresentationFormat>와이드스크린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2026-04-24T04:32:01Z</dcterms:created>
  <dcterms:modified xsi:type="dcterms:W3CDTF">2026-04-24T12:36:17Z</dcterms:modified>
</cp:coreProperties>
</file>