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8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3BABBF-7812-48FF-AA91-A5ADB6E5E8B4}" v="5" dt="2026-04-24T04:05:55.2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undo redo custSel addSld delSld modSld sldOrd">
      <pc:chgData name="대승 고" userId="8296c006db2f14ee" providerId="LiveId" clId="{F997F1B9-429E-4192-954F-F4CED232CDE9}" dt="2026-04-24T08:46:03.469" v="823" actId="1036"/>
      <pc:docMkLst>
        <pc:docMk/>
      </pc:docMkLst>
      <pc:sldChg chg="delSp modSp mod">
        <pc:chgData name="대승 고" userId="8296c006db2f14ee" providerId="LiveId" clId="{F997F1B9-429E-4192-954F-F4CED232CDE9}" dt="2026-04-24T03:23:00.883" v="43" actId="478"/>
        <pc:sldMkLst>
          <pc:docMk/>
          <pc:sldMk cId="1563426214" sldId="256"/>
        </pc:sldMkLst>
        <pc:spChg chg="mod">
          <ac:chgData name="대승 고" userId="8296c006db2f14ee" providerId="LiveId" clId="{F997F1B9-429E-4192-954F-F4CED232CDE9}" dt="2026-04-24T03:20:46.514" v="5" actId="20577"/>
          <ac:spMkLst>
            <pc:docMk/>
            <pc:sldMk cId="1563426214" sldId="256"/>
            <ac:spMk id="2" creationId="{5EA7D5E7-958F-42E9-97CA-DC58A139B96B}"/>
          </ac:spMkLst>
        </pc:spChg>
        <pc:spChg chg="del">
          <ac:chgData name="대승 고" userId="8296c006db2f14ee" providerId="LiveId" clId="{F997F1B9-429E-4192-954F-F4CED232CDE9}" dt="2026-04-24T03:23:00.883" v="43" actId="478"/>
          <ac:spMkLst>
            <pc:docMk/>
            <pc:sldMk cId="1563426214" sldId="256"/>
            <ac:spMk id="4" creationId="{EA0399F6-E272-4692-8325-64EF3C6402E4}"/>
          </ac:spMkLst>
        </pc:spChg>
      </pc:sldChg>
      <pc:sldChg chg="delSp modSp mod">
        <pc:chgData name="대승 고" userId="8296c006db2f14ee" providerId="LiveId" clId="{F997F1B9-429E-4192-954F-F4CED232CDE9}" dt="2026-04-24T03:58:40.830" v="625" actId="20577"/>
        <pc:sldMkLst>
          <pc:docMk/>
          <pc:sldMk cId="1916177297" sldId="257"/>
        </pc:sldMkLst>
        <pc:spChg chg="mod">
          <ac:chgData name="대승 고" userId="8296c006db2f14ee" providerId="LiveId" clId="{F997F1B9-429E-4192-954F-F4CED232CDE9}" dt="2026-04-24T03:21:02.957" v="26" actId="20577"/>
          <ac:spMkLst>
            <pc:docMk/>
            <pc:sldMk cId="1916177297" sldId="257"/>
            <ac:spMk id="5" creationId="{38ABC2F7-6A2E-4D00-BF73-E09A58D560B5}"/>
          </ac:spMkLst>
        </pc:spChg>
        <pc:spChg chg="mod">
          <ac:chgData name="대승 고" userId="8296c006db2f14ee" providerId="LiveId" clId="{F997F1B9-429E-4192-954F-F4CED232CDE9}" dt="2026-04-24T03:21:28.846" v="31"/>
          <ac:spMkLst>
            <pc:docMk/>
            <pc:sldMk cId="1916177297" sldId="257"/>
            <ac:spMk id="6" creationId="{A2A5F85D-BDAE-4111-AE43-F3B55BB1DEAE}"/>
          </ac:spMkLst>
        </pc:spChg>
        <pc:spChg chg="mod">
          <ac:chgData name="대승 고" userId="8296c006db2f14ee" providerId="LiveId" clId="{F997F1B9-429E-4192-954F-F4CED232CDE9}" dt="2026-04-24T03:21:42.892" v="38" actId="6549"/>
          <ac:spMkLst>
            <pc:docMk/>
            <pc:sldMk cId="1916177297" sldId="257"/>
            <ac:spMk id="7" creationId="{D5B057A1-AFC8-4596-84C4-5A11AAEEE4EC}"/>
          </ac:spMkLst>
        </pc:spChg>
        <pc:spChg chg="mod">
          <ac:chgData name="대승 고" userId="8296c006db2f14ee" providerId="LiveId" clId="{F997F1B9-429E-4192-954F-F4CED232CDE9}" dt="2026-04-24T03:35:39.307" v="316" actId="20577"/>
          <ac:spMkLst>
            <pc:docMk/>
            <pc:sldMk cId="1916177297" sldId="257"/>
            <ac:spMk id="8" creationId="{2040CF4A-C08A-4735-8A9A-5C27F6FCC599}"/>
          </ac:spMkLst>
        </pc:spChg>
        <pc:spChg chg="mod">
          <ac:chgData name="대승 고" userId="8296c006db2f14ee" providerId="LiveId" clId="{F997F1B9-429E-4192-954F-F4CED232CDE9}" dt="2026-04-24T03:37:49.275" v="360" actId="6549"/>
          <ac:spMkLst>
            <pc:docMk/>
            <pc:sldMk cId="1916177297" sldId="257"/>
            <ac:spMk id="9" creationId="{F44C9842-3D25-4A04-BC79-4C2E90773C8B}"/>
          </ac:spMkLst>
        </pc:spChg>
        <pc:spChg chg="mod">
          <ac:chgData name="대승 고" userId="8296c006db2f14ee" providerId="LiveId" clId="{F997F1B9-429E-4192-954F-F4CED232CDE9}" dt="2026-04-24T03:22:14.553" v="41" actId="20577"/>
          <ac:spMkLst>
            <pc:docMk/>
            <pc:sldMk cId="1916177297" sldId="257"/>
            <ac:spMk id="10" creationId="{F9713880-94B9-4EF3-B72A-1C57876CBA02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2" creationId="{9869D58A-C896-4E4A-97C3-99A7562BE7CB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3" creationId="{C849CA47-BB06-4129-959B-6A95B8A7635E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4" creationId="{CE428211-0368-4F19-A09A-68D855135D2C}"/>
          </ac:spMkLst>
        </pc:spChg>
        <pc:spChg chg="mod">
          <ac:chgData name="대승 고" userId="8296c006db2f14ee" providerId="LiveId" clId="{F997F1B9-429E-4192-954F-F4CED232CDE9}" dt="2026-04-24T03:38:07.506" v="362" actId="20577"/>
          <ac:spMkLst>
            <pc:docMk/>
            <pc:sldMk cId="1916177297" sldId="257"/>
            <ac:spMk id="15" creationId="{92CDDA3B-1EC5-4588-ACA6-320A39D50850}"/>
          </ac:spMkLst>
        </pc:spChg>
        <pc:spChg chg="mod">
          <ac:chgData name="대승 고" userId="8296c006db2f14ee" providerId="LiveId" clId="{F997F1B9-429E-4192-954F-F4CED232CDE9}" dt="2026-04-24T03:23:12.733" v="67" actId="1036"/>
          <ac:spMkLst>
            <pc:docMk/>
            <pc:sldMk cId="1916177297" sldId="257"/>
            <ac:spMk id="16" creationId="{293FCAA6-079B-4829-9411-FA542076C1F5}"/>
          </ac:spMkLst>
        </pc:spChg>
        <pc:spChg chg="del mod">
          <ac:chgData name="대승 고" userId="8296c006db2f14ee" providerId="LiveId" clId="{F997F1B9-429E-4192-954F-F4CED232CDE9}" dt="2026-04-24T03:38:21.623" v="363" actId="478"/>
          <ac:spMkLst>
            <pc:docMk/>
            <pc:sldMk cId="1916177297" sldId="257"/>
            <ac:spMk id="17" creationId="{249ED6DF-5AF2-4B09-A1BE-D466C2D445F3}"/>
          </ac:spMkLst>
        </pc:spChg>
        <pc:spChg chg="mod">
          <ac:chgData name="대승 고" userId="8296c006db2f14ee" providerId="LiveId" clId="{F997F1B9-429E-4192-954F-F4CED232CDE9}" dt="2026-04-24T03:58:40.830" v="625" actId="20577"/>
          <ac:spMkLst>
            <pc:docMk/>
            <pc:sldMk cId="1916177297" sldId="257"/>
            <ac:spMk id="18" creationId="{F3C650D7-42CA-41E9-9262-1E2E2F26CF54}"/>
          </ac:spMkLst>
        </pc:spChg>
        <pc:spChg chg="del">
          <ac:chgData name="대승 고" userId="8296c006db2f14ee" providerId="LiveId" clId="{F997F1B9-429E-4192-954F-F4CED232CDE9}" dt="2026-04-24T03:22:57.173" v="42" actId="478"/>
          <ac:spMkLst>
            <pc:docMk/>
            <pc:sldMk cId="1916177297" sldId="257"/>
            <ac:spMk id="19" creationId="{EA0399F6-E272-4692-8325-64EF3C6402E4}"/>
          </ac:spMkLst>
        </pc:spChg>
      </pc:sldChg>
      <pc:sldChg chg="delSp modSp mod">
        <pc:chgData name="대승 고" userId="8296c006db2f14ee" providerId="LiveId" clId="{F997F1B9-429E-4192-954F-F4CED232CDE9}" dt="2026-04-24T03:39:13.187" v="410" actId="6549"/>
        <pc:sldMkLst>
          <pc:docMk/>
          <pc:sldMk cId="773120769" sldId="258"/>
        </pc:sldMkLst>
        <pc:spChg chg="mod">
          <ac:chgData name="대승 고" userId="8296c006db2f14ee" providerId="LiveId" clId="{F997F1B9-429E-4192-954F-F4CED232CDE9}" dt="2026-04-24T03:39:05.437" v="394" actId="20577"/>
          <ac:spMkLst>
            <pc:docMk/>
            <pc:sldMk cId="773120769" sldId="258"/>
            <ac:spMk id="13" creationId="{BC8D6A8D-7CD9-43BF-9008-62E34F34E51E}"/>
          </ac:spMkLst>
        </pc:spChg>
        <pc:spChg chg="mod">
          <ac:chgData name="대승 고" userId="8296c006db2f14ee" providerId="LiveId" clId="{F997F1B9-429E-4192-954F-F4CED232CDE9}" dt="2026-04-24T03:39:13.187" v="410" actId="6549"/>
          <ac:spMkLst>
            <pc:docMk/>
            <pc:sldMk cId="773120769" sldId="258"/>
            <ac:spMk id="19" creationId="{90F4FD5B-330F-4DC0-A506-FD58CE9FB8DA}"/>
          </ac:spMkLst>
        </pc:spChg>
        <pc:spChg chg="del">
          <ac:chgData name="대승 고" userId="8296c006db2f14ee" providerId="LiveId" clId="{F997F1B9-429E-4192-954F-F4CED232CDE9}" dt="2026-04-24T03:26:17.341" v="153" actId="478"/>
          <ac:spMkLst>
            <pc:docMk/>
            <pc:sldMk cId="773120769" sldId="258"/>
            <ac:spMk id="22" creationId="{33BF153E-8B4F-4B00-9F00-97B2E0EBFF07}"/>
          </ac:spMkLst>
        </pc:spChg>
        <pc:spChg chg="del">
          <ac:chgData name="대승 고" userId="8296c006db2f14ee" providerId="LiveId" clId="{F997F1B9-429E-4192-954F-F4CED232CDE9}" dt="2026-04-24T03:26:17.341" v="153" actId="478"/>
          <ac:spMkLst>
            <pc:docMk/>
            <pc:sldMk cId="773120769" sldId="258"/>
            <ac:spMk id="23" creationId="{515FA2DF-3E9C-4843-A0A0-FA688B998471}"/>
          </ac:spMkLst>
        </pc:spChg>
        <pc:spChg chg="del">
          <ac:chgData name="대승 고" userId="8296c006db2f14ee" providerId="LiveId" clId="{F997F1B9-429E-4192-954F-F4CED232CDE9}" dt="2026-04-24T03:26:17.341" v="153" actId="478"/>
          <ac:spMkLst>
            <pc:docMk/>
            <pc:sldMk cId="773120769" sldId="258"/>
            <ac:spMk id="24" creationId="{2136B5FC-9A92-441D-BEA4-1475D40307BB}"/>
          </ac:spMkLst>
        </pc:spChg>
        <pc:spChg chg="del">
          <ac:chgData name="대승 고" userId="8296c006db2f14ee" providerId="LiveId" clId="{F997F1B9-429E-4192-954F-F4CED232CDE9}" dt="2026-04-24T03:26:17.341" v="153" actId="478"/>
          <ac:spMkLst>
            <pc:docMk/>
            <pc:sldMk cId="773120769" sldId="258"/>
            <ac:spMk id="25" creationId="{8369FE60-0540-4031-A106-C63A2E1CD94B}"/>
          </ac:spMkLst>
        </pc:spChg>
        <pc:spChg chg="del">
          <ac:chgData name="대승 고" userId="8296c006db2f14ee" providerId="LiveId" clId="{F997F1B9-429E-4192-954F-F4CED232CDE9}" dt="2026-04-24T03:26:17.341" v="153" actId="478"/>
          <ac:spMkLst>
            <pc:docMk/>
            <pc:sldMk cId="773120769" sldId="258"/>
            <ac:spMk id="26" creationId="{81F0FEB8-D767-4F5C-AC8E-0EA7F05FFABE}"/>
          </ac:spMkLst>
        </pc:spChg>
        <pc:spChg chg="del">
          <ac:chgData name="대승 고" userId="8296c006db2f14ee" providerId="LiveId" clId="{F997F1B9-429E-4192-954F-F4CED232CDE9}" dt="2026-04-24T03:26:17.341" v="153" actId="478"/>
          <ac:spMkLst>
            <pc:docMk/>
            <pc:sldMk cId="773120769" sldId="258"/>
            <ac:spMk id="27" creationId="{B7681C4D-D419-456D-8E5E-1DF61FCD48BD}"/>
          </ac:spMkLst>
        </pc:spChg>
        <pc:spChg chg="mod">
          <ac:chgData name="대승 고" userId="8296c006db2f14ee" providerId="LiveId" clId="{F997F1B9-429E-4192-954F-F4CED232CDE9}" dt="2026-04-24T03:26:20.223" v="154" actId="1076"/>
          <ac:spMkLst>
            <pc:docMk/>
            <pc:sldMk cId="773120769" sldId="258"/>
            <ac:spMk id="28" creationId="{7BB159F2-966D-489A-A9CC-CAB46E5C5F9A}"/>
          </ac:spMkLst>
        </pc:spChg>
        <pc:spChg chg="mod">
          <ac:chgData name="대승 고" userId="8296c006db2f14ee" providerId="LiveId" clId="{F997F1B9-429E-4192-954F-F4CED232CDE9}" dt="2026-04-24T03:26:20.223" v="154" actId="1076"/>
          <ac:spMkLst>
            <pc:docMk/>
            <pc:sldMk cId="773120769" sldId="258"/>
            <ac:spMk id="29" creationId="{AC2F4A34-FE65-453D-B538-EE89FEED6ABF}"/>
          </ac:spMkLst>
        </pc:spChg>
        <pc:spChg chg="mod">
          <ac:chgData name="대승 고" userId="8296c006db2f14ee" providerId="LiveId" clId="{F997F1B9-429E-4192-954F-F4CED232CDE9}" dt="2026-04-24T03:26:20.223" v="154" actId="1076"/>
          <ac:spMkLst>
            <pc:docMk/>
            <pc:sldMk cId="773120769" sldId="258"/>
            <ac:spMk id="30" creationId="{2F132467-137F-4D37-A451-028BFCF32F87}"/>
          </ac:spMkLst>
        </pc:spChg>
        <pc:spChg chg="mod">
          <ac:chgData name="대승 고" userId="8296c006db2f14ee" providerId="LiveId" clId="{F997F1B9-429E-4192-954F-F4CED232CDE9}" dt="2026-04-24T03:26:20.223" v="154" actId="1076"/>
          <ac:spMkLst>
            <pc:docMk/>
            <pc:sldMk cId="773120769" sldId="258"/>
            <ac:spMk id="31" creationId="{90BC5789-63C9-484F-8283-8588664E6DC6}"/>
          </ac:spMkLst>
        </pc:spChg>
        <pc:spChg chg="mod">
          <ac:chgData name="대승 고" userId="8296c006db2f14ee" providerId="LiveId" clId="{F997F1B9-429E-4192-954F-F4CED232CDE9}" dt="2026-04-24T03:26:20.223" v="154" actId="1076"/>
          <ac:spMkLst>
            <pc:docMk/>
            <pc:sldMk cId="773120769" sldId="258"/>
            <ac:spMk id="32" creationId="{267596B9-5B0D-4622-9B7C-C729F35F0FD1}"/>
          </ac:spMkLst>
        </pc:spChg>
        <pc:spChg chg="mod">
          <ac:chgData name="대승 고" userId="8296c006db2f14ee" providerId="LiveId" clId="{F997F1B9-429E-4192-954F-F4CED232CDE9}" dt="2026-04-24T03:26:20.223" v="154" actId="1076"/>
          <ac:spMkLst>
            <pc:docMk/>
            <pc:sldMk cId="773120769" sldId="258"/>
            <ac:spMk id="33" creationId="{094323D0-7D23-45A0-AB11-2FA2D05C1449}"/>
          </ac:spMkLst>
        </pc:spChg>
        <pc:spChg chg="del">
          <ac:chgData name="대승 고" userId="8296c006db2f14ee" providerId="LiveId" clId="{F997F1B9-429E-4192-954F-F4CED232CDE9}" dt="2026-04-24T03:30:50.036" v="303" actId="478"/>
          <ac:spMkLst>
            <pc:docMk/>
            <pc:sldMk cId="773120769" sldId="258"/>
            <ac:spMk id="34" creationId="{0D83896C-4E41-452E-8318-EAE5E139B6D3}"/>
          </ac:spMkLst>
        </pc:spChg>
        <pc:spChg chg="del">
          <ac:chgData name="대승 고" userId="8296c006db2f14ee" providerId="LiveId" clId="{F997F1B9-429E-4192-954F-F4CED232CDE9}" dt="2026-04-24T03:30:50.036" v="303" actId="478"/>
          <ac:spMkLst>
            <pc:docMk/>
            <pc:sldMk cId="773120769" sldId="258"/>
            <ac:spMk id="35" creationId="{2B6942BF-6E3F-45EB-AB0C-F45ECFDD3DFB}"/>
          </ac:spMkLst>
        </pc:spChg>
        <pc:spChg chg="del">
          <ac:chgData name="대승 고" userId="8296c006db2f14ee" providerId="LiveId" clId="{F997F1B9-429E-4192-954F-F4CED232CDE9}" dt="2026-04-24T03:30:50.036" v="303" actId="478"/>
          <ac:spMkLst>
            <pc:docMk/>
            <pc:sldMk cId="773120769" sldId="258"/>
            <ac:spMk id="36" creationId="{C8B6EF29-FC7D-461F-A0CA-8AFE3203C857}"/>
          </ac:spMkLst>
        </pc:spChg>
        <pc:spChg chg="del">
          <ac:chgData name="대승 고" userId="8296c006db2f14ee" providerId="LiveId" clId="{F997F1B9-429E-4192-954F-F4CED232CDE9}" dt="2026-04-24T03:26:32.562" v="155" actId="478"/>
          <ac:spMkLst>
            <pc:docMk/>
            <pc:sldMk cId="773120769" sldId="258"/>
            <ac:spMk id="37" creationId="{EA0399F6-E272-4692-8325-64EF3C6402E4}"/>
          </ac:spMkLst>
        </pc:spChg>
      </pc:sldChg>
      <pc:sldChg chg="addSp delSp modSp mod">
        <pc:chgData name="대승 고" userId="8296c006db2f14ee" providerId="LiveId" clId="{F997F1B9-429E-4192-954F-F4CED232CDE9}" dt="2026-04-24T03:57:33.762" v="595" actId="6549"/>
        <pc:sldMkLst>
          <pc:docMk/>
          <pc:sldMk cId="1186324020" sldId="259"/>
        </pc:sldMkLst>
        <pc:spChg chg="mod">
          <ac:chgData name="대승 고" userId="8296c006db2f14ee" providerId="LiveId" clId="{F997F1B9-429E-4192-954F-F4CED232CDE9}" dt="2026-04-24T03:27:14.236" v="158" actId="6549"/>
          <ac:spMkLst>
            <pc:docMk/>
            <pc:sldMk cId="1186324020" sldId="259"/>
            <ac:spMk id="2" creationId="{8D5721F4-E514-4FF0-BBAB-66A006A1CC6A}"/>
          </ac:spMkLst>
        </pc:spChg>
        <pc:spChg chg="mod">
          <ac:chgData name="대승 고" userId="8296c006db2f14ee" providerId="LiveId" clId="{F997F1B9-429E-4192-954F-F4CED232CDE9}" dt="2026-04-24T03:41:17.826" v="517" actId="20577"/>
          <ac:spMkLst>
            <pc:docMk/>
            <pc:sldMk cId="1186324020" sldId="259"/>
            <ac:spMk id="4" creationId="{BD9B842F-E382-43FA-810B-02272F3409B6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5" creationId="{E8528E02-67C3-4DDC-9505-8C0BEE3E7C18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8" creationId="{CE7D7170-4D93-4392-B475-E66F8625CEDB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9" creationId="{6E30D665-3A0B-4F9D-81B1-F8F2470C9B7B}"/>
          </ac:spMkLst>
        </pc:spChg>
        <pc:spChg chg="mod">
          <ac:chgData name="대승 고" userId="8296c006db2f14ee" providerId="LiveId" clId="{F997F1B9-429E-4192-954F-F4CED232CDE9}" dt="2026-04-24T03:41:16.820" v="515" actId="1076"/>
          <ac:spMkLst>
            <pc:docMk/>
            <pc:sldMk cId="1186324020" sldId="259"/>
            <ac:spMk id="10" creationId="{3DA524B5-EFF5-40CA-B0C1-67ED87B1584F}"/>
          </ac:spMkLst>
        </pc:spChg>
        <pc:spChg chg="mod">
          <ac:chgData name="대승 고" userId="8296c006db2f14ee" providerId="LiveId" clId="{F997F1B9-429E-4192-954F-F4CED232CDE9}" dt="2026-04-24T03:41:16.820" v="515" actId="1076"/>
          <ac:spMkLst>
            <pc:docMk/>
            <pc:sldMk cId="1186324020" sldId="259"/>
            <ac:spMk id="11" creationId="{F5A8C0D0-1304-452F-A2F5-9A7553B4AAEB}"/>
          </ac:spMkLst>
        </pc:spChg>
        <pc:spChg chg="mod">
          <ac:chgData name="대승 고" userId="8296c006db2f14ee" providerId="LiveId" clId="{F997F1B9-429E-4192-954F-F4CED232CDE9}" dt="2026-04-24T03:57:33.762" v="595" actId="6549"/>
          <ac:spMkLst>
            <pc:docMk/>
            <pc:sldMk cId="1186324020" sldId="259"/>
            <ac:spMk id="12" creationId="{87890BF6-B6EB-4754-954C-7459908AB86E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13" creationId="{BE7A40AE-611C-4CFA-92D3-EFFC59F467B5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15" creationId="{D4AC3B6D-4E83-449C-8F19-373DF128091B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17" creationId="{C7599417-1B1D-4A2B-A09E-68D91CBA477A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18" creationId="{F6AC10BD-92FB-477A-9D3F-FDEED562BAB1}"/>
          </ac:spMkLst>
        </pc:spChg>
        <pc:spChg chg="mod">
          <ac:chgData name="대승 고" userId="8296c006db2f14ee" providerId="LiveId" clId="{F997F1B9-429E-4192-954F-F4CED232CDE9}" dt="2026-04-24T03:41:18.194" v="518" actId="1076"/>
          <ac:spMkLst>
            <pc:docMk/>
            <pc:sldMk cId="1186324020" sldId="259"/>
            <ac:spMk id="19" creationId="{7C391A33-092A-42C8-BBDA-2378FC0BBB24}"/>
          </ac:spMkLst>
        </pc:spChg>
        <pc:spChg chg="mod">
          <ac:chgData name="대승 고" userId="8296c006db2f14ee" providerId="LiveId" clId="{F997F1B9-429E-4192-954F-F4CED232CDE9}" dt="2026-04-24T03:41:16.793" v="514" actId="20577"/>
          <ac:spMkLst>
            <pc:docMk/>
            <pc:sldMk cId="1186324020" sldId="259"/>
            <ac:spMk id="20" creationId="{BE7C153D-1518-4EA5-8BC9-03E1649C653C}"/>
          </ac:spMkLst>
        </pc:spChg>
        <pc:spChg chg="mod">
          <ac:chgData name="대승 고" userId="8296c006db2f14ee" providerId="LiveId" clId="{F997F1B9-429E-4192-954F-F4CED232CDE9}" dt="2026-04-24T03:42:21.098" v="582" actId="20577"/>
          <ac:spMkLst>
            <pc:docMk/>
            <pc:sldMk cId="1186324020" sldId="259"/>
            <ac:spMk id="22" creationId="{314162C2-E05F-4AA0-A561-99CED031968F}"/>
          </ac:spMkLst>
        </pc:spChg>
        <pc:spChg chg="del">
          <ac:chgData name="대승 고" userId="8296c006db2f14ee" providerId="LiveId" clId="{F997F1B9-429E-4192-954F-F4CED232CDE9}" dt="2026-04-24T03:43:24.024" v="583" actId="478"/>
          <ac:spMkLst>
            <pc:docMk/>
            <pc:sldMk cId="1186324020" sldId="259"/>
            <ac:spMk id="23" creationId="{F986476D-BE78-4C17-A3C2-2DFB24A30B80}"/>
          </ac:spMkLst>
        </pc:spChg>
        <pc:spChg chg="del mod">
          <ac:chgData name="대승 고" userId="8296c006db2f14ee" providerId="LiveId" clId="{F997F1B9-429E-4192-954F-F4CED232CDE9}" dt="2026-04-24T03:43:24.024" v="583" actId="478"/>
          <ac:spMkLst>
            <pc:docMk/>
            <pc:sldMk cId="1186324020" sldId="259"/>
            <ac:spMk id="24" creationId="{B6290B70-7C99-4E7E-A7D0-B534B2C98E8D}"/>
          </ac:spMkLst>
        </pc:spChg>
        <pc:spChg chg="del">
          <ac:chgData name="대승 고" userId="8296c006db2f14ee" providerId="LiveId" clId="{F997F1B9-429E-4192-954F-F4CED232CDE9}" dt="2026-04-24T03:43:24.024" v="583" actId="478"/>
          <ac:spMkLst>
            <pc:docMk/>
            <pc:sldMk cId="1186324020" sldId="259"/>
            <ac:spMk id="25" creationId="{C1705F90-61AA-4B94-B39C-DC54AE1BCF3C}"/>
          </ac:spMkLst>
        </pc:spChg>
        <pc:spChg chg="del mod">
          <ac:chgData name="대승 고" userId="8296c006db2f14ee" providerId="LiveId" clId="{F997F1B9-429E-4192-954F-F4CED232CDE9}" dt="2026-04-24T03:43:24.024" v="583" actId="478"/>
          <ac:spMkLst>
            <pc:docMk/>
            <pc:sldMk cId="1186324020" sldId="259"/>
            <ac:spMk id="26" creationId="{12D8416D-F174-479A-B8EB-67AD2C81A156}"/>
          </ac:spMkLst>
        </pc:spChg>
        <pc:spChg chg="del mod">
          <ac:chgData name="대승 고" userId="8296c006db2f14ee" providerId="LiveId" clId="{F997F1B9-429E-4192-954F-F4CED232CDE9}" dt="2026-04-24T03:43:24.024" v="583" actId="478"/>
          <ac:spMkLst>
            <pc:docMk/>
            <pc:sldMk cId="1186324020" sldId="259"/>
            <ac:spMk id="27" creationId="{CD19C8C3-9B6D-421B-8DD0-77E2BB5F8FFC}"/>
          </ac:spMkLst>
        </pc:spChg>
        <pc:spChg chg="del mod">
          <ac:chgData name="대승 고" userId="8296c006db2f14ee" providerId="LiveId" clId="{F997F1B9-429E-4192-954F-F4CED232CDE9}" dt="2026-04-24T03:43:24.024" v="583" actId="478"/>
          <ac:spMkLst>
            <pc:docMk/>
            <pc:sldMk cId="1186324020" sldId="259"/>
            <ac:spMk id="28" creationId="{BFA9C287-885C-4CA3-9564-69A0A3733856}"/>
          </ac:spMkLst>
        </pc:spChg>
        <pc:spChg chg="mod">
          <ac:chgData name="대승 고" userId="8296c006db2f14ee" providerId="LiveId" clId="{F997F1B9-429E-4192-954F-F4CED232CDE9}" dt="2026-04-24T03:27:36.222" v="186" actId="1076"/>
          <ac:spMkLst>
            <pc:docMk/>
            <pc:sldMk cId="1186324020" sldId="259"/>
            <ac:spMk id="29" creationId="{04D3F960-9238-4AEC-96A3-B6A288EDEF75}"/>
          </ac:spMkLst>
        </pc:spChg>
        <pc:spChg chg="mod">
          <ac:chgData name="대승 고" userId="8296c006db2f14ee" providerId="LiveId" clId="{F997F1B9-429E-4192-954F-F4CED232CDE9}" dt="2026-04-24T03:27:36.222" v="186" actId="1076"/>
          <ac:spMkLst>
            <pc:docMk/>
            <pc:sldMk cId="1186324020" sldId="259"/>
            <ac:spMk id="32" creationId="{76F1BE2B-F48B-4744-A19F-FE3C27B97768}"/>
          </ac:spMkLst>
        </pc:spChg>
        <pc:spChg chg="del">
          <ac:chgData name="대승 고" userId="8296c006db2f14ee" providerId="LiveId" clId="{F997F1B9-429E-4192-954F-F4CED232CDE9}" dt="2026-04-24T03:31:42.650" v="304" actId="478"/>
          <ac:spMkLst>
            <pc:docMk/>
            <pc:sldMk cId="1186324020" sldId="259"/>
            <ac:spMk id="33" creationId="{D1F32916-093C-41F5-A54B-0A4BBAA3BC46}"/>
          </ac:spMkLst>
        </pc:spChg>
        <pc:spChg chg="del">
          <ac:chgData name="대승 고" userId="8296c006db2f14ee" providerId="LiveId" clId="{F997F1B9-429E-4192-954F-F4CED232CDE9}" dt="2026-04-24T03:31:42.650" v="304" actId="478"/>
          <ac:spMkLst>
            <pc:docMk/>
            <pc:sldMk cId="1186324020" sldId="259"/>
            <ac:spMk id="34" creationId="{446E14BE-7FD8-4C8F-9710-7ADF93AD5B55}"/>
          </ac:spMkLst>
        </pc:spChg>
        <pc:spChg chg="del mod">
          <ac:chgData name="대승 고" userId="8296c006db2f14ee" providerId="LiveId" clId="{F997F1B9-429E-4192-954F-F4CED232CDE9}" dt="2026-04-24T03:31:42.650" v="304" actId="478"/>
          <ac:spMkLst>
            <pc:docMk/>
            <pc:sldMk cId="1186324020" sldId="259"/>
            <ac:spMk id="35" creationId="{8106F661-EE4B-4C03-B424-C642513F6B32}"/>
          </ac:spMkLst>
        </pc:spChg>
        <pc:spChg chg="del">
          <ac:chgData name="대승 고" userId="8296c006db2f14ee" providerId="LiveId" clId="{F997F1B9-429E-4192-954F-F4CED232CDE9}" dt="2026-04-24T03:26:48.598" v="156" actId="478"/>
          <ac:spMkLst>
            <pc:docMk/>
            <pc:sldMk cId="1186324020" sldId="259"/>
            <ac:spMk id="36" creationId="{EA0399F6-E272-4692-8325-64EF3C6402E4}"/>
          </ac:spMkLst>
        </pc:spChg>
        <pc:spChg chg="add del mod">
          <ac:chgData name="대승 고" userId="8296c006db2f14ee" providerId="LiveId" clId="{F997F1B9-429E-4192-954F-F4CED232CDE9}" dt="2026-04-24T03:40:22.352" v="452" actId="478"/>
          <ac:spMkLst>
            <pc:docMk/>
            <pc:sldMk cId="1186324020" sldId="259"/>
            <ac:spMk id="37" creationId="{444F2107-3706-F0E5-1566-C1531ABA1A21}"/>
          </ac:spMkLst>
        </pc:spChg>
        <pc:spChg chg="add del mod">
          <ac:chgData name="대승 고" userId="8296c006db2f14ee" providerId="LiveId" clId="{F997F1B9-429E-4192-954F-F4CED232CDE9}" dt="2026-04-24T03:40:31.245" v="457" actId="478"/>
          <ac:spMkLst>
            <pc:docMk/>
            <pc:sldMk cId="1186324020" sldId="259"/>
            <ac:spMk id="38" creationId="{07C385C3-CC64-E953-F5B8-52C3ABE8558B}"/>
          </ac:spMkLst>
        </pc:spChg>
      </pc:sldChg>
      <pc:sldChg chg="delSp modSp mod">
        <pc:chgData name="대승 고" userId="8296c006db2f14ee" providerId="LiveId" clId="{F997F1B9-429E-4192-954F-F4CED232CDE9}" dt="2026-04-24T08:46:03.469" v="823" actId="1036"/>
        <pc:sldMkLst>
          <pc:docMk/>
          <pc:sldMk cId="2134275374" sldId="260"/>
        </pc:sldMkLst>
        <pc:spChg chg="mod">
          <ac:chgData name="대승 고" userId="8296c006db2f14ee" providerId="LiveId" clId="{F997F1B9-429E-4192-954F-F4CED232CDE9}" dt="2026-04-24T04:27:07.156" v="800" actId="1076"/>
          <ac:spMkLst>
            <pc:docMk/>
            <pc:sldMk cId="2134275374" sldId="260"/>
            <ac:spMk id="3" creationId="{FB3A9A6B-6E19-4F8E-8A82-FFCD2FAC7741}"/>
          </ac:spMkLst>
        </pc:spChg>
        <pc:spChg chg="del">
          <ac:chgData name="대승 고" userId="8296c006db2f14ee" providerId="LiveId" clId="{F997F1B9-429E-4192-954F-F4CED232CDE9}" dt="2026-04-24T04:27:04.720" v="798" actId="478"/>
          <ac:spMkLst>
            <pc:docMk/>
            <pc:sldMk cId="2134275374" sldId="260"/>
            <ac:spMk id="4" creationId="{D7A5DBBB-2151-4268-A485-8E66612F53FB}"/>
          </ac:spMkLst>
        </pc:spChg>
        <pc:spChg chg="del mod">
          <ac:chgData name="대승 고" userId="8296c006db2f14ee" providerId="LiveId" clId="{F997F1B9-429E-4192-954F-F4CED232CDE9}" dt="2026-04-24T04:27:04.720" v="798" actId="478"/>
          <ac:spMkLst>
            <pc:docMk/>
            <pc:sldMk cId="2134275374" sldId="260"/>
            <ac:spMk id="5" creationId="{956A75C2-9DBA-48EE-B668-FAE6247B987E}"/>
          </ac:spMkLst>
        </pc:spChg>
        <pc:spChg chg="del">
          <ac:chgData name="대승 고" userId="8296c006db2f14ee" providerId="LiveId" clId="{F997F1B9-429E-4192-954F-F4CED232CDE9}" dt="2026-04-24T04:27:04.720" v="798" actId="478"/>
          <ac:spMkLst>
            <pc:docMk/>
            <pc:sldMk cId="2134275374" sldId="260"/>
            <ac:spMk id="6" creationId="{870DB9E4-2403-4CB4-AB87-221D5B29CCE8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7" creationId="{96703649-6F95-45AC-B725-A9D797F4AFF7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8" creationId="{B7EA56CC-63AC-431F-8AEC-6D240AEC233B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0" creationId="{5F672A50-7C92-4A50-98E2-D71A61B64886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1" creationId="{65C52C4E-1587-4768-BD02-85CA0889D6A8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3" creationId="{71DEB16D-F78B-41C6-B0B7-1AC6E8677448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5" creationId="{A1782544-4D30-4276-BA36-E48913D83C78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7" creationId="{EE90888F-C26F-45B7-988A-78FBBE7F0804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8" creationId="{A132D66E-F8B7-4E24-8E95-228648BB1298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19" creationId="{77D7FD8C-C275-4825-81E0-B03927A97327}"/>
          </ac:spMkLst>
        </pc:spChg>
        <pc:spChg chg="mod">
          <ac:chgData name="대승 고" userId="8296c006db2f14ee" providerId="LiveId" clId="{F997F1B9-429E-4192-954F-F4CED232CDE9}" dt="2026-04-24T04:27:10.865" v="801" actId="1076"/>
          <ac:spMkLst>
            <pc:docMk/>
            <pc:sldMk cId="2134275374" sldId="260"/>
            <ac:spMk id="20" creationId="{B89F5A06-9F28-4B94-8BE0-41DB36279E43}"/>
          </ac:spMkLst>
        </pc:spChg>
        <pc:spChg chg="mod">
          <ac:chgData name="대승 고" userId="8296c006db2f14ee" providerId="LiveId" clId="{F997F1B9-429E-4192-954F-F4CED232CDE9}" dt="2026-04-24T08:46:03.469" v="823" actId="1036"/>
          <ac:spMkLst>
            <pc:docMk/>
            <pc:sldMk cId="2134275374" sldId="260"/>
            <ac:spMk id="21" creationId="{CA2CB9FF-3E8D-49D8-A1F7-D1CC2B667D16}"/>
          </ac:spMkLst>
        </pc:spChg>
        <pc:spChg chg="del mod">
          <ac:chgData name="대승 고" userId="8296c006db2f14ee" providerId="LiveId" clId="{F997F1B9-429E-4192-954F-F4CED232CDE9}" dt="2026-04-24T04:10:05.898" v="707" actId="478"/>
          <ac:spMkLst>
            <pc:docMk/>
            <pc:sldMk cId="2134275374" sldId="260"/>
            <ac:spMk id="22" creationId="{7AEE97BE-1F9B-4CE9-A9D4-EC9CAE620D6C}"/>
          </ac:spMkLst>
        </pc:spChg>
        <pc:spChg chg="mod">
          <ac:chgData name="대승 고" userId="8296c006db2f14ee" providerId="LiveId" clId="{F997F1B9-429E-4192-954F-F4CED232CDE9}" dt="2026-04-24T08:46:03.469" v="823" actId="1036"/>
          <ac:spMkLst>
            <pc:docMk/>
            <pc:sldMk cId="2134275374" sldId="260"/>
            <ac:spMk id="23" creationId="{3CA81DCD-B6B2-4845-9EF4-E7131DA7B41E}"/>
          </ac:spMkLst>
        </pc:spChg>
        <pc:spChg chg="mod">
          <ac:chgData name="대승 고" userId="8296c006db2f14ee" providerId="LiveId" clId="{F997F1B9-429E-4192-954F-F4CED232CDE9}" dt="2026-04-24T08:46:03.469" v="823" actId="1036"/>
          <ac:spMkLst>
            <pc:docMk/>
            <pc:sldMk cId="2134275374" sldId="260"/>
            <ac:spMk id="24" creationId="{8FD177E3-037B-4F0B-BD07-72B3AEA41B95}"/>
          </ac:spMkLst>
        </pc:spChg>
        <pc:spChg chg="mod">
          <ac:chgData name="대승 고" userId="8296c006db2f14ee" providerId="LiveId" clId="{F997F1B9-429E-4192-954F-F4CED232CDE9}" dt="2026-04-24T08:46:03.469" v="823" actId="1036"/>
          <ac:spMkLst>
            <pc:docMk/>
            <pc:sldMk cId="2134275374" sldId="260"/>
            <ac:spMk id="25" creationId="{028564D3-F42E-49D1-A1B8-E47F8C792240}"/>
          </ac:spMkLst>
        </pc:spChg>
        <pc:spChg chg="del">
          <ac:chgData name="대승 고" userId="8296c006db2f14ee" providerId="LiveId" clId="{F997F1B9-429E-4192-954F-F4CED232CDE9}" dt="2026-04-24T04:10:54.778" v="730" actId="478"/>
          <ac:spMkLst>
            <pc:docMk/>
            <pc:sldMk cId="2134275374" sldId="260"/>
            <ac:spMk id="26" creationId="{8E57BE5F-68A2-4FD1-A6A2-A5C89E36B571}"/>
          </ac:spMkLst>
        </pc:spChg>
        <pc:spChg chg="mod">
          <ac:chgData name="대승 고" userId="8296c006db2f14ee" providerId="LiveId" clId="{F997F1B9-429E-4192-954F-F4CED232CDE9}" dt="2026-04-24T04:11:15.522" v="732" actId="1076"/>
          <ac:spMkLst>
            <pc:docMk/>
            <pc:sldMk cId="2134275374" sldId="260"/>
            <ac:spMk id="27" creationId="{979DCE5E-7990-4207-8F12-E2C073202DF8}"/>
          </ac:spMkLst>
        </pc:spChg>
        <pc:spChg chg="mod">
          <ac:chgData name="대승 고" userId="8296c006db2f14ee" providerId="LiveId" clId="{F997F1B9-429E-4192-954F-F4CED232CDE9}" dt="2026-04-24T04:11:15.522" v="732" actId="1076"/>
          <ac:spMkLst>
            <pc:docMk/>
            <pc:sldMk cId="2134275374" sldId="260"/>
            <ac:spMk id="28" creationId="{90865BA4-6F70-48CE-809F-D26D4FB0B1B4}"/>
          </ac:spMkLst>
        </pc:spChg>
        <pc:spChg chg="mod">
          <ac:chgData name="대승 고" userId="8296c006db2f14ee" providerId="LiveId" clId="{F997F1B9-429E-4192-954F-F4CED232CDE9}" dt="2026-04-24T04:11:15.522" v="732" actId="1076"/>
          <ac:spMkLst>
            <pc:docMk/>
            <pc:sldMk cId="2134275374" sldId="260"/>
            <ac:spMk id="29" creationId="{F304B9A6-7669-4875-9EA4-065E6F7F1096}"/>
          </ac:spMkLst>
        </pc:spChg>
        <pc:spChg chg="mod">
          <ac:chgData name="대승 고" userId="8296c006db2f14ee" providerId="LiveId" clId="{F997F1B9-429E-4192-954F-F4CED232CDE9}" dt="2026-04-24T04:11:15.522" v="732" actId="1076"/>
          <ac:spMkLst>
            <pc:docMk/>
            <pc:sldMk cId="2134275374" sldId="260"/>
            <ac:spMk id="30" creationId="{C5D4EC00-0B09-4AFE-911D-90985C4BCD84}"/>
          </ac:spMkLst>
        </pc:spChg>
        <pc:spChg chg="del">
          <ac:chgData name="대승 고" userId="8296c006db2f14ee" providerId="LiveId" clId="{F997F1B9-429E-4192-954F-F4CED232CDE9}" dt="2026-04-24T03:27:05.356" v="157" actId="478"/>
          <ac:spMkLst>
            <pc:docMk/>
            <pc:sldMk cId="2134275374" sldId="260"/>
            <ac:spMk id="31" creationId="{EA0399F6-E272-4692-8325-64EF3C6402E4}"/>
          </ac:spMkLst>
        </pc:spChg>
      </pc:sldChg>
      <pc:sldChg chg="delSp mod">
        <pc:chgData name="대승 고" userId="8296c006db2f14ee" providerId="LiveId" clId="{F997F1B9-429E-4192-954F-F4CED232CDE9}" dt="2026-04-24T03:28:59.023" v="299" actId="478"/>
        <pc:sldMkLst>
          <pc:docMk/>
          <pc:sldMk cId="2025540737" sldId="261"/>
        </pc:sldMkLst>
        <pc:spChg chg="del">
          <ac:chgData name="대승 고" userId="8296c006db2f14ee" providerId="LiveId" clId="{F997F1B9-429E-4192-954F-F4CED232CDE9}" dt="2026-04-24T03:28:59.023" v="299" actId="478"/>
          <ac:spMkLst>
            <pc:docMk/>
            <pc:sldMk cId="2025540737" sldId="261"/>
            <ac:spMk id="69" creationId="{EA0399F6-E272-4692-8325-64EF3C6402E4}"/>
          </ac:spMkLst>
        </pc:spChg>
      </pc:sldChg>
      <pc:sldChg chg="delSp del mod">
        <pc:chgData name="대승 고" userId="8296c006db2f14ee" providerId="LiveId" clId="{F997F1B9-429E-4192-954F-F4CED232CDE9}" dt="2026-04-24T04:14:44.975" v="734" actId="47"/>
        <pc:sldMkLst>
          <pc:docMk/>
          <pc:sldMk cId="1518742985" sldId="263"/>
        </pc:sldMkLst>
        <pc:spChg chg="del">
          <ac:chgData name="대승 고" userId="8296c006db2f14ee" providerId="LiveId" clId="{F997F1B9-429E-4192-954F-F4CED232CDE9}" dt="2026-04-24T04:14:23.249" v="733" actId="478"/>
          <ac:spMkLst>
            <pc:docMk/>
            <pc:sldMk cId="1518742985" sldId="263"/>
            <ac:spMk id="46" creationId="{00A2B1F8-25F0-44F8-9B97-B35975D59DBC}"/>
          </ac:spMkLst>
        </pc:spChg>
        <pc:spChg chg="del">
          <ac:chgData name="대승 고" userId="8296c006db2f14ee" providerId="LiveId" clId="{F997F1B9-429E-4192-954F-F4CED232CDE9}" dt="2026-04-24T04:14:23.249" v="733" actId="478"/>
          <ac:spMkLst>
            <pc:docMk/>
            <pc:sldMk cId="1518742985" sldId="263"/>
            <ac:spMk id="47" creationId="{676B443A-6938-4B2B-83E0-0810D7EE8D64}"/>
          </ac:spMkLst>
        </pc:spChg>
        <pc:spChg chg="del">
          <ac:chgData name="대승 고" userId="8296c006db2f14ee" providerId="LiveId" clId="{F997F1B9-429E-4192-954F-F4CED232CDE9}" dt="2026-04-24T04:14:23.249" v="733" actId="478"/>
          <ac:spMkLst>
            <pc:docMk/>
            <pc:sldMk cId="1518742985" sldId="263"/>
            <ac:spMk id="48" creationId="{7A423D10-2F08-4E9D-825B-C7827F190377}"/>
          </ac:spMkLst>
        </pc:spChg>
      </pc:sldChg>
      <pc:sldChg chg="delSp mod">
        <pc:chgData name="대승 고" userId="8296c006db2f14ee" providerId="LiveId" clId="{F997F1B9-429E-4192-954F-F4CED232CDE9}" dt="2026-04-24T04:04:29.398" v="692" actId="478"/>
        <pc:sldMkLst>
          <pc:docMk/>
          <pc:sldMk cId="201589027" sldId="264"/>
        </pc:sldMkLst>
        <pc:spChg chg="del">
          <ac:chgData name="대승 고" userId="8296c006db2f14ee" providerId="LiveId" clId="{F997F1B9-429E-4192-954F-F4CED232CDE9}" dt="2026-04-24T04:04:29.398" v="692" actId="478"/>
          <ac:spMkLst>
            <pc:docMk/>
            <pc:sldMk cId="201589027" sldId="264"/>
            <ac:spMk id="45" creationId="{EA0399F6-E272-4692-8325-64EF3C6402E4}"/>
          </ac:spMkLst>
        </pc:spChg>
      </pc:sldChg>
      <pc:sldChg chg="delSp modSp mod">
        <pc:chgData name="대승 고" userId="8296c006db2f14ee" providerId="LiveId" clId="{F997F1B9-429E-4192-954F-F4CED232CDE9}" dt="2026-04-24T04:09:07.230" v="705" actId="6549"/>
        <pc:sldMkLst>
          <pc:docMk/>
          <pc:sldMk cId="582873576" sldId="265"/>
        </pc:sldMkLst>
        <pc:spChg chg="mod">
          <ac:chgData name="대승 고" userId="8296c006db2f14ee" providerId="LiveId" clId="{F997F1B9-429E-4192-954F-F4CED232CDE9}" dt="2026-04-24T04:09:07.230" v="705" actId="6549"/>
          <ac:spMkLst>
            <pc:docMk/>
            <pc:sldMk cId="582873576" sldId="265"/>
            <ac:spMk id="2" creationId="{21602EBC-D411-48D3-88E0-F704127B87EE}"/>
          </ac:spMkLst>
        </pc:spChg>
        <pc:spChg chg="del">
          <ac:chgData name="대승 고" userId="8296c006db2f14ee" providerId="LiveId" clId="{F997F1B9-429E-4192-954F-F4CED232CDE9}" dt="2026-04-24T04:03:14.898" v="636" actId="478"/>
          <ac:spMkLst>
            <pc:docMk/>
            <pc:sldMk cId="582873576" sldId="265"/>
            <ac:spMk id="10" creationId="{FCD3D208-E0C2-48FD-8BAC-B6826923BD45}"/>
          </ac:spMkLst>
        </pc:spChg>
        <pc:spChg chg="del">
          <ac:chgData name="대승 고" userId="8296c006db2f14ee" providerId="LiveId" clId="{F997F1B9-429E-4192-954F-F4CED232CDE9}" dt="2026-04-24T04:03:14.898" v="636" actId="478"/>
          <ac:spMkLst>
            <pc:docMk/>
            <pc:sldMk cId="582873576" sldId="265"/>
            <ac:spMk id="11" creationId="{B1193698-56D9-4976-8E58-EDBDEDC914EC}"/>
          </ac:spMkLst>
        </pc:spChg>
        <pc:spChg chg="del">
          <ac:chgData name="대승 고" userId="8296c006db2f14ee" providerId="LiveId" clId="{F997F1B9-429E-4192-954F-F4CED232CDE9}" dt="2026-04-24T04:03:14.898" v="636" actId="478"/>
          <ac:spMkLst>
            <pc:docMk/>
            <pc:sldMk cId="582873576" sldId="265"/>
            <ac:spMk id="12" creationId="{CD2A3EA3-4B7A-4862-B47A-0937A0E621A2}"/>
          </ac:spMkLst>
        </pc:spChg>
        <pc:spChg chg="del">
          <ac:chgData name="대승 고" userId="8296c006db2f14ee" providerId="LiveId" clId="{F997F1B9-429E-4192-954F-F4CED232CDE9}" dt="2026-04-24T04:03:14.898" v="636" actId="478"/>
          <ac:spMkLst>
            <pc:docMk/>
            <pc:sldMk cId="582873576" sldId="265"/>
            <ac:spMk id="13" creationId="{C1CC844D-1242-4ECD-B6CF-5DBB7779139F}"/>
          </ac:spMkLst>
        </pc:spChg>
        <pc:spChg chg="del">
          <ac:chgData name="대승 고" userId="8296c006db2f14ee" providerId="LiveId" clId="{F997F1B9-429E-4192-954F-F4CED232CDE9}" dt="2026-04-24T04:03:14.898" v="636" actId="478"/>
          <ac:spMkLst>
            <pc:docMk/>
            <pc:sldMk cId="582873576" sldId="265"/>
            <ac:spMk id="14" creationId="{21E90924-CBDC-4165-980D-09490144C048}"/>
          </ac:spMkLst>
        </pc:spChg>
        <pc:spChg chg="del">
          <ac:chgData name="대승 고" userId="8296c006db2f14ee" providerId="LiveId" clId="{F997F1B9-429E-4192-954F-F4CED232CDE9}" dt="2026-04-24T04:03:14.898" v="636" actId="478"/>
          <ac:spMkLst>
            <pc:docMk/>
            <pc:sldMk cId="582873576" sldId="265"/>
            <ac:spMk id="15" creationId="{018FAE31-ACA7-4200-9A9B-B4D3D569E880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16" creationId="{BD69646B-0A0C-4AA6-95C6-7B75C2C48293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17" creationId="{17B45C1E-FB87-4438-9611-E7E027EB9CF1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18" creationId="{F8675AA4-40BF-448C-B5D3-AD0A794B94EA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19" creationId="{2B4EEE84-6AE1-41DC-A307-448B4A351251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21" creationId="{C43C9C52-6141-4746-8097-7DEC8EB2B6DF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22" creationId="{10092CAF-3119-4260-B752-70AEE52D0A39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23" creationId="{0029E92A-9AB0-49CD-8851-1FA3DF391573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24" creationId="{D202AB50-BFCE-471C-8438-583622657E19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25" creationId="{A6FA535C-2ADB-4C1F-8689-8CA4D0E47FD4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26" creationId="{CEDB0D2D-9F05-4D39-BD3A-B0E672DA3F0F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29" creationId="{B4D19F25-3CC1-478C-9D13-351018F6BD8C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31" creationId="{AA5C0C33-EB88-488B-8758-AD0599B2E11C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32" creationId="{F2F8EE13-358F-42E9-9D86-B65E33C469E7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33" creationId="{B73BBBC6-65F7-4862-9775-D8D237E1BD90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35" creationId="{7557C180-E000-4403-AEF4-592AA9BCC861}"/>
          </ac:spMkLst>
        </pc:spChg>
        <pc:spChg chg="mod">
          <ac:chgData name="대승 고" userId="8296c006db2f14ee" providerId="LiveId" clId="{F997F1B9-429E-4192-954F-F4CED232CDE9}" dt="2026-04-24T04:03:50.459" v="659" actId="1076"/>
          <ac:spMkLst>
            <pc:docMk/>
            <pc:sldMk cId="582873576" sldId="265"/>
            <ac:spMk id="37" creationId="{5B692603-D0B2-4E99-B8A6-908EFCC934A7}"/>
          </ac:spMkLst>
        </pc:spChg>
        <pc:spChg chg="mod">
          <ac:chgData name="대승 고" userId="8296c006db2f14ee" providerId="LiveId" clId="{F997F1B9-429E-4192-954F-F4CED232CDE9}" dt="2026-04-24T04:03:54.424" v="660" actId="1076"/>
          <ac:spMkLst>
            <pc:docMk/>
            <pc:sldMk cId="582873576" sldId="265"/>
            <ac:spMk id="38" creationId="{14C131C5-001D-4B26-981A-B27AD5B2143E}"/>
          </ac:spMkLst>
        </pc:spChg>
        <pc:spChg chg="del">
          <ac:chgData name="대승 고" userId="8296c006db2f14ee" providerId="LiveId" clId="{F997F1B9-429E-4192-954F-F4CED232CDE9}" dt="2026-04-24T04:02:51.578" v="635" actId="478"/>
          <ac:spMkLst>
            <pc:docMk/>
            <pc:sldMk cId="582873576" sldId="265"/>
            <ac:spMk id="40" creationId="{1A166514-2DCF-4F86-ACC5-DD6CA3C1E627}"/>
          </ac:spMkLst>
        </pc:spChg>
        <pc:spChg chg="del">
          <ac:chgData name="대승 고" userId="8296c006db2f14ee" providerId="LiveId" clId="{F997F1B9-429E-4192-954F-F4CED232CDE9}" dt="2026-04-24T04:02:51.578" v="635" actId="478"/>
          <ac:spMkLst>
            <pc:docMk/>
            <pc:sldMk cId="582873576" sldId="265"/>
            <ac:spMk id="41" creationId="{02574554-63A9-43FE-8966-92F0F9FDD6F0}"/>
          </ac:spMkLst>
        </pc:spChg>
        <pc:spChg chg="del">
          <ac:chgData name="대승 고" userId="8296c006db2f14ee" providerId="LiveId" clId="{F997F1B9-429E-4192-954F-F4CED232CDE9}" dt="2026-04-24T04:02:51.578" v="635" actId="478"/>
          <ac:spMkLst>
            <pc:docMk/>
            <pc:sldMk cId="582873576" sldId="265"/>
            <ac:spMk id="42" creationId="{998C4DF2-D28A-4265-BCD2-4391AF0A6E8C}"/>
          </ac:spMkLst>
        </pc:spChg>
        <pc:spChg chg="del">
          <ac:chgData name="대승 고" userId="8296c006db2f14ee" providerId="LiveId" clId="{F997F1B9-429E-4192-954F-F4CED232CDE9}" dt="2026-04-24T04:03:17.299" v="637" actId="478"/>
          <ac:spMkLst>
            <pc:docMk/>
            <pc:sldMk cId="582873576" sldId="265"/>
            <ac:spMk id="43" creationId="{EA0399F6-E272-4692-8325-64EF3C6402E4}"/>
          </ac:spMkLst>
        </pc:spChg>
      </pc:sldChg>
      <pc:sldChg chg="add del">
        <pc:chgData name="대승 고" userId="8296c006db2f14ee" providerId="LiveId" clId="{F997F1B9-429E-4192-954F-F4CED232CDE9}" dt="2026-04-24T03:29:27.455" v="302" actId="47"/>
        <pc:sldMkLst>
          <pc:docMk/>
          <pc:sldMk cId="1680163732" sldId="266"/>
        </pc:sldMkLst>
      </pc:sldChg>
      <pc:sldChg chg="addSp delSp modSp mod">
        <pc:chgData name="대승 고" userId="8296c006db2f14ee" providerId="LiveId" clId="{F997F1B9-429E-4192-954F-F4CED232CDE9}" dt="2026-04-24T04:26:22.522" v="789" actId="478"/>
        <pc:sldMkLst>
          <pc:docMk/>
          <pc:sldMk cId="1337999634" sldId="267"/>
        </pc:sldMkLst>
        <pc:spChg chg="del">
          <ac:chgData name="대승 고" userId="8296c006db2f14ee" providerId="LiveId" clId="{F997F1B9-429E-4192-954F-F4CED232CDE9}" dt="2026-04-24T04:05:50.039" v="702" actId="478"/>
          <ac:spMkLst>
            <pc:docMk/>
            <pc:sldMk cId="1337999634" sldId="267"/>
            <ac:spMk id="6" creationId="{87AD30FF-8B13-4E5A-8BDE-3FDC2B99E252}"/>
          </ac:spMkLst>
        </pc:spChg>
        <pc:spChg chg="del mod">
          <ac:chgData name="대승 고" userId="8296c006db2f14ee" providerId="LiveId" clId="{F997F1B9-429E-4192-954F-F4CED232CDE9}" dt="2026-04-24T04:05:50.039" v="702" actId="478"/>
          <ac:spMkLst>
            <pc:docMk/>
            <pc:sldMk cId="1337999634" sldId="267"/>
            <ac:spMk id="7" creationId="{B7F6D935-F44E-45C7-B38D-8BDE08AE1880}"/>
          </ac:spMkLst>
        </pc:spChg>
        <pc:spChg chg="del">
          <ac:chgData name="대승 고" userId="8296c006db2f14ee" providerId="LiveId" clId="{F997F1B9-429E-4192-954F-F4CED232CDE9}" dt="2026-04-24T04:05:50.039" v="702" actId="478"/>
          <ac:spMkLst>
            <pc:docMk/>
            <pc:sldMk cId="1337999634" sldId="267"/>
            <ac:spMk id="8" creationId="{1D0EA273-541B-4346-84C0-B90017016799}"/>
          </ac:spMkLst>
        </pc:spChg>
        <pc:spChg chg="del mod">
          <ac:chgData name="대승 고" userId="8296c006db2f14ee" providerId="LiveId" clId="{F997F1B9-429E-4192-954F-F4CED232CDE9}" dt="2026-04-24T04:05:50.039" v="702" actId="478"/>
          <ac:spMkLst>
            <pc:docMk/>
            <pc:sldMk cId="1337999634" sldId="267"/>
            <ac:spMk id="9" creationId="{F3DEBE71-B6B2-477E-BD75-506D6134997F}"/>
          </ac:spMkLst>
        </pc:spChg>
        <pc:spChg chg="del">
          <ac:chgData name="대승 고" userId="8296c006db2f14ee" providerId="LiveId" clId="{F997F1B9-429E-4192-954F-F4CED232CDE9}" dt="2026-04-24T04:05:50.039" v="702" actId="478"/>
          <ac:spMkLst>
            <pc:docMk/>
            <pc:sldMk cId="1337999634" sldId="267"/>
            <ac:spMk id="10" creationId="{880BF031-16AB-4C26-BEA4-1F2BA24F9B8F}"/>
          </ac:spMkLst>
        </pc:spChg>
        <pc:spChg chg="del mod">
          <ac:chgData name="대승 고" userId="8296c006db2f14ee" providerId="LiveId" clId="{F997F1B9-429E-4192-954F-F4CED232CDE9}" dt="2026-04-24T04:05:50.039" v="702" actId="478"/>
          <ac:spMkLst>
            <pc:docMk/>
            <pc:sldMk cId="1337999634" sldId="267"/>
            <ac:spMk id="11" creationId="{EAF5EE5F-9EC1-43F8-B665-B7AB6CFC3A94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0" creationId="{28A3D817-7B0D-474C-85C0-5C369FD969A8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1" creationId="{CCC68839-B1E4-45E3-B3A1-3D145B4DF81D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2" creationId="{6D5F6ACB-B1D4-4C3E-AD37-B64D043607EA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3" creationId="{C38F6F97-DBCC-4147-A4B6-1706EF18132D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4" creationId="{27A6FDFF-14D7-4CEA-A367-38C60AA0B74A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5" creationId="{DE15F367-B228-4DB3-80F2-31600B63168B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6" creationId="{8EFABE0C-DAB6-4FD4-B3FA-27849A74F627}"/>
          </ac:spMkLst>
        </pc:spChg>
        <pc:spChg chg="del">
          <ac:chgData name="대승 고" userId="8296c006db2f14ee" providerId="LiveId" clId="{F997F1B9-429E-4192-954F-F4CED232CDE9}" dt="2026-04-24T04:01:46.204" v="634" actId="478"/>
          <ac:spMkLst>
            <pc:docMk/>
            <pc:sldMk cId="1337999634" sldId="267"/>
            <ac:spMk id="27" creationId="{32C4A0B5-D468-406E-8BA7-F7B7EC3565B4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28" creationId="{6EAE6E13-4948-48A5-B09E-BA9ACBCA6E2D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30" creationId="{7A011B9F-F10E-4211-9B6E-015C3E8E5D3E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33" creationId="{F1FB54DA-5E0B-474A-9062-1492BD1DDBAF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34" creationId="{329618C9-998F-49BC-A54B-829144CD67EB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35" creationId="{62AB42FE-84A2-4868-8099-CD6CC0BD8C02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39" creationId="{C2DA865C-12EF-4E15-953E-99950683754B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48" creationId="{59362377-2983-4DC4-8134-198FD601DECB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53" creationId="{3E5FEF1F-9045-405F-80FA-87FBD1422A69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54" creationId="{F75C5D13-568B-47E5-8F60-239A467034E5}"/>
          </ac:spMkLst>
        </pc:spChg>
        <pc:spChg chg="mod">
          <ac:chgData name="대승 고" userId="8296c006db2f14ee" providerId="LiveId" clId="{F997F1B9-429E-4192-954F-F4CED232CDE9}" dt="2026-04-24T04:06:04.151" v="704" actId="1076"/>
          <ac:spMkLst>
            <pc:docMk/>
            <pc:sldMk cId="1337999634" sldId="267"/>
            <ac:spMk id="55" creationId="{DA41392E-8BBF-4FFB-863F-DD3FD2EF1BBB}"/>
          </ac:spMkLst>
        </pc:spChg>
        <pc:spChg chg="del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60" creationId="{D75EB2BB-108A-4FCB-ADA9-E1705BFB6FF7}"/>
          </ac:spMkLst>
        </pc:spChg>
        <pc:spChg chg="mod">
          <ac:chgData name="대승 고" userId="8296c006db2f14ee" providerId="LiveId" clId="{F997F1B9-429E-4192-954F-F4CED232CDE9}" dt="2026-04-24T04:05:39.088" v="700" actId="14100"/>
          <ac:spMkLst>
            <pc:docMk/>
            <pc:sldMk cId="1337999634" sldId="267"/>
            <ac:spMk id="62" creationId="{8482AB74-D96F-43E7-876F-128475A9D901}"/>
          </ac:spMkLst>
        </pc:spChg>
        <pc:spChg chg="mod">
          <ac:chgData name="대승 고" userId="8296c006db2f14ee" providerId="LiveId" clId="{F997F1B9-429E-4192-954F-F4CED232CDE9}" dt="2026-04-24T04:15:58.628" v="788" actId="20577"/>
          <ac:spMkLst>
            <pc:docMk/>
            <pc:sldMk cId="1337999634" sldId="267"/>
            <ac:spMk id="63" creationId="{70D25750-22EA-478B-A297-AA93E3C48C48}"/>
          </ac:spMkLst>
        </pc:spChg>
        <pc:spChg chg="del">
          <ac:chgData name="대승 고" userId="8296c006db2f14ee" providerId="LiveId" clId="{F997F1B9-429E-4192-954F-F4CED232CDE9}" dt="2026-04-24T04:05:35.388" v="698" actId="478"/>
          <ac:spMkLst>
            <pc:docMk/>
            <pc:sldMk cId="1337999634" sldId="267"/>
            <ac:spMk id="64" creationId="{5E1F30E0-015A-4013-A26B-C60104BEA4CE}"/>
          </ac:spMkLst>
        </pc:spChg>
        <pc:spChg chg="del mod">
          <ac:chgData name="대승 고" userId="8296c006db2f14ee" providerId="LiveId" clId="{F997F1B9-429E-4192-954F-F4CED232CDE9}" dt="2026-04-24T04:05:33.998" v="696" actId="478"/>
          <ac:spMkLst>
            <pc:docMk/>
            <pc:sldMk cId="1337999634" sldId="267"/>
            <ac:spMk id="65" creationId="{8EE5485F-9CB9-4F02-A89D-92A75311F103}"/>
          </ac:spMkLst>
        </pc:spChg>
        <pc:spChg chg="del">
          <ac:chgData name="대승 고" userId="8296c006db2f14ee" providerId="LiveId" clId="{F997F1B9-429E-4192-954F-F4CED232CDE9}" dt="2026-04-24T04:05:35.783" v="699" actId="478"/>
          <ac:spMkLst>
            <pc:docMk/>
            <pc:sldMk cId="1337999634" sldId="267"/>
            <ac:spMk id="66" creationId="{46236832-C046-481E-931C-4316694AA768}"/>
          </ac:spMkLst>
        </pc:spChg>
        <pc:spChg chg="del mod">
          <ac:chgData name="대승 고" userId="8296c006db2f14ee" providerId="LiveId" clId="{F997F1B9-429E-4192-954F-F4CED232CDE9}" dt="2026-04-24T04:05:34.818" v="697" actId="478"/>
          <ac:spMkLst>
            <pc:docMk/>
            <pc:sldMk cId="1337999634" sldId="267"/>
            <ac:spMk id="67" creationId="{22AD45DF-645B-477D-BEC4-179C11D84195}"/>
          </ac:spMkLst>
        </pc:spChg>
        <pc:spChg chg="del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69" creationId="{3D0958AC-14C3-4D23-9DB3-8233582A8069}"/>
          </ac:spMkLst>
        </pc:spChg>
        <pc:spChg chg="del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70" creationId="{88F2D11E-C91E-49D1-A505-06513CF2796C}"/>
          </ac:spMkLst>
        </pc:spChg>
        <pc:spChg chg="del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72" creationId="{89E07CED-7232-4ABB-9DF8-4008B6FAA854}"/>
          </ac:spMkLst>
        </pc:spChg>
        <pc:spChg chg="del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77" creationId="{EB371FC2-E28B-4B07-AE0B-E0C5EC929327}"/>
          </ac:spMkLst>
        </pc:spChg>
        <pc:spChg chg="del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83" creationId="{3D691A73-8E8D-4D9E-9A06-9A21C8C846B3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84" creationId="{B4E5A5C5-802A-4246-8B3D-434A5C774683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85" creationId="{A94FED51-DACC-4D93-B727-DF639506D86E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86" creationId="{80D823E1-ED24-4176-B41B-DBA0A88FD91C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87" creationId="{6F39F66D-431C-48B7-9963-60B4999AFF2D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88" creationId="{158C6E83-81E6-4FEE-B8D4-1EFF514F1936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89" creationId="{04694D84-A7CA-42DC-8EE7-E672386195D7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90" creationId="{D8CA20BE-F821-4C13-8EA1-0D604BD38308}"/>
          </ac:spMkLst>
        </pc:spChg>
        <pc:spChg chg="del">
          <ac:chgData name="대승 고" userId="8296c006db2f14ee" providerId="LiveId" clId="{F997F1B9-429E-4192-954F-F4CED232CDE9}" dt="2026-04-24T04:05:17.331" v="693" actId="478"/>
          <ac:spMkLst>
            <pc:docMk/>
            <pc:sldMk cId="1337999634" sldId="267"/>
            <ac:spMk id="91" creationId="{7F54BBC4-A67C-45E6-9B00-C40C88FC4E46}"/>
          </ac:spMkLst>
        </pc:spChg>
        <pc:spChg chg="del mod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92" creationId="{CCB285FA-14BA-4D51-B9A2-90291A8EFF6F}"/>
          </ac:spMkLst>
        </pc:spChg>
        <pc:spChg chg="del mod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93" creationId="{2489A0BA-81E0-4668-B201-BF7D557DA4C1}"/>
          </ac:spMkLst>
        </pc:spChg>
        <pc:spChg chg="mod">
          <ac:chgData name="대승 고" userId="8296c006db2f14ee" providerId="LiveId" clId="{F997F1B9-429E-4192-954F-F4CED232CDE9}" dt="2026-04-24T04:05:21.569" v="695" actId="1076"/>
          <ac:spMkLst>
            <pc:docMk/>
            <pc:sldMk cId="1337999634" sldId="267"/>
            <ac:spMk id="94" creationId="{DD09FAA0-6324-4148-ABC4-A1BCCA305B77}"/>
          </ac:spMkLst>
        </pc:spChg>
        <pc:spChg chg="mod">
          <ac:chgData name="대승 고" userId="8296c006db2f14ee" providerId="LiveId" clId="{F997F1B9-429E-4192-954F-F4CED232CDE9}" dt="2026-04-24T04:05:21.569" v="695" actId="1076"/>
          <ac:spMkLst>
            <pc:docMk/>
            <pc:sldMk cId="1337999634" sldId="267"/>
            <ac:spMk id="95" creationId="{EF265C0C-BBDC-4AD1-9F3A-596505003664}"/>
          </ac:spMkLst>
        </pc:spChg>
        <pc:spChg chg="del mod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96" creationId="{DA9C0730-3827-44B2-8D3E-000E9C62FBB1}"/>
          </ac:spMkLst>
        </pc:spChg>
        <pc:spChg chg="mod">
          <ac:chgData name="대승 고" userId="8296c006db2f14ee" providerId="LiveId" clId="{F997F1B9-429E-4192-954F-F4CED232CDE9}" dt="2026-04-24T04:05:21.569" v="695" actId="1076"/>
          <ac:spMkLst>
            <pc:docMk/>
            <pc:sldMk cId="1337999634" sldId="267"/>
            <ac:spMk id="97" creationId="{08BAF82E-8FBE-4955-AAD8-3C1E217E8F3F}"/>
          </ac:spMkLst>
        </pc:spChg>
        <pc:spChg chg="mod">
          <ac:chgData name="대승 고" userId="8296c006db2f14ee" providerId="LiveId" clId="{F997F1B9-429E-4192-954F-F4CED232CDE9}" dt="2026-04-24T04:05:21.569" v="695" actId="1076"/>
          <ac:spMkLst>
            <pc:docMk/>
            <pc:sldMk cId="1337999634" sldId="267"/>
            <ac:spMk id="98" creationId="{78D89ABD-F3B6-426A-AA91-FF1AB6F48459}"/>
          </ac:spMkLst>
        </pc:spChg>
        <pc:spChg chg="del mod">
          <ac:chgData name="대승 고" userId="8296c006db2f14ee" providerId="LiveId" clId="{F997F1B9-429E-4192-954F-F4CED232CDE9}" dt="2026-04-24T04:26:22.522" v="789" actId="478"/>
          <ac:spMkLst>
            <pc:docMk/>
            <pc:sldMk cId="1337999634" sldId="267"/>
            <ac:spMk id="99" creationId="{21E243E1-E681-456A-AE0E-8E07A7E70640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0" creationId="{76CB029C-291A-48CF-8D7F-C1E354DA2FBE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1" creationId="{E184ECB0-E3F2-44C4-8520-31144C69455C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2" creationId="{1AFEC809-FFBD-454C-BE6D-55179E7AAF39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3" creationId="{F280CF34-D1BB-4A3F-AEA7-68202E5C9ABB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4" creationId="{A306C759-1BCB-4C64-9844-78329B9AC872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5" creationId="{D2E5E1F2-02E6-4CDB-B8AE-B09D225E2D05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6" creationId="{5C853876-1E69-4C5C-96BB-55F6E3F78AA3}"/>
          </ac:spMkLst>
        </pc:spChg>
        <pc:spChg chg="del">
          <ac:chgData name="대승 고" userId="8296c006db2f14ee" providerId="LiveId" clId="{F997F1B9-429E-4192-954F-F4CED232CDE9}" dt="2026-04-24T04:05:18.813" v="694" actId="478"/>
          <ac:spMkLst>
            <pc:docMk/>
            <pc:sldMk cId="1337999634" sldId="267"/>
            <ac:spMk id="107" creationId="{FF504C63-8D03-494D-AAD9-BF1FB5FAB345}"/>
          </ac:spMkLst>
        </pc:spChg>
        <pc:spChg chg="del">
          <ac:chgData name="대승 고" userId="8296c006db2f14ee" providerId="LiveId" clId="{F997F1B9-429E-4192-954F-F4CED232CDE9}" dt="2026-04-24T04:01:33.235" v="633" actId="478"/>
          <ac:spMkLst>
            <pc:docMk/>
            <pc:sldMk cId="1337999634" sldId="267"/>
            <ac:spMk id="108" creationId="{EA0399F6-E272-4692-8325-64EF3C6402E4}"/>
          </ac:spMkLst>
        </pc:spChg>
        <pc:spChg chg="add mod">
          <ac:chgData name="대승 고" userId="8296c006db2f14ee" providerId="LiveId" clId="{F997F1B9-429E-4192-954F-F4CED232CDE9}" dt="2026-04-24T04:05:55.256" v="703" actId="571"/>
          <ac:spMkLst>
            <pc:docMk/>
            <pc:sldMk cId="1337999634" sldId="267"/>
            <ac:spMk id="109" creationId="{04AC9306-6049-CBBE-45F1-197E7F7EC1D7}"/>
          </ac:spMkLst>
        </pc:spChg>
        <pc:spChg chg="add mod">
          <ac:chgData name="대승 고" userId="8296c006db2f14ee" providerId="LiveId" clId="{F997F1B9-429E-4192-954F-F4CED232CDE9}" dt="2026-04-24T04:05:55.256" v="703" actId="571"/>
          <ac:spMkLst>
            <pc:docMk/>
            <pc:sldMk cId="1337999634" sldId="267"/>
            <ac:spMk id="110" creationId="{52597070-17B8-61AD-EE5D-2E3331C649C7}"/>
          </ac:spMkLst>
        </pc:spChg>
      </pc:sldChg>
      <pc:sldChg chg="delSp modSp mod ord">
        <pc:chgData name="대승 고" userId="8296c006db2f14ee" providerId="LiveId" clId="{F997F1B9-429E-4192-954F-F4CED232CDE9}" dt="2026-04-24T04:04:17.817" v="690" actId="20577"/>
        <pc:sldMkLst>
          <pc:docMk/>
          <pc:sldMk cId="1340117703" sldId="268"/>
        </pc:sldMkLst>
        <pc:spChg chg="mod">
          <ac:chgData name="대승 고" userId="8296c006db2f14ee" providerId="LiveId" clId="{F997F1B9-429E-4192-954F-F4CED232CDE9}" dt="2026-04-24T04:04:17.817" v="690" actId="20577"/>
          <ac:spMkLst>
            <pc:docMk/>
            <pc:sldMk cId="1340117703" sldId="268"/>
            <ac:spMk id="2" creationId="{6B63A3CF-8C17-49CF-AF68-A1CC889F4B44}"/>
          </ac:spMkLst>
        </pc:spChg>
        <pc:spChg chg="del">
          <ac:chgData name="대승 고" userId="8296c006db2f14ee" providerId="LiveId" clId="{F997F1B9-429E-4192-954F-F4CED232CDE9}" dt="2026-04-24T04:01:21.208" v="628" actId="478"/>
          <ac:spMkLst>
            <pc:docMk/>
            <pc:sldMk cId="1340117703" sldId="268"/>
            <ac:spMk id="34" creationId="{583F656D-CBEF-4CD9-A3F3-B00E5F0DA406}"/>
          </ac:spMkLst>
        </pc:spChg>
        <pc:spChg chg="del">
          <ac:chgData name="대승 고" userId="8296c006db2f14ee" providerId="LiveId" clId="{F997F1B9-429E-4192-954F-F4CED232CDE9}" dt="2026-04-24T04:01:21.208" v="628" actId="478"/>
          <ac:spMkLst>
            <pc:docMk/>
            <pc:sldMk cId="1340117703" sldId="268"/>
            <ac:spMk id="35" creationId="{664D0DBC-954C-4621-8513-B1F126AD9063}"/>
          </ac:spMkLst>
        </pc:spChg>
        <pc:spChg chg="del">
          <ac:chgData name="대승 고" userId="8296c006db2f14ee" providerId="LiveId" clId="{F997F1B9-429E-4192-954F-F4CED232CDE9}" dt="2026-04-24T04:01:21.208" v="628" actId="478"/>
          <ac:spMkLst>
            <pc:docMk/>
            <pc:sldMk cId="1340117703" sldId="268"/>
            <ac:spMk id="36" creationId="{3BDE6351-F4DE-402B-AD82-F66D39313366}"/>
          </ac:spMkLst>
        </pc:spChg>
        <pc:spChg chg="del">
          <ac:chgData name="대승 고" userId="8296c006db2f14ee" providerId="LiveId" clId="{F997F1B9-429E-4192-954F-F4CED232CDE9}" dt="2026-04-24T04:01:21.208" v="628" actId="478"/>
          <ac:spMkLst>
            <pc:docMk/>
            <pc:sldMk cId="1340117703" sldId="268"/>
            <ac:spMk id="37" creationId="{43CFD1E4-0C83-4CC9-8E1E-7FE63FE30141}"/>
          </ac:spMkLst>
        </pc:spChg>
        <pc:spChg chg="del">
          <ac:chgData name="대승 고" userId="8296c006db2f14ee" providerId="LiveId" clId="{F997F1B9-429E-4192-954F-F4CED232CDE9}" dt="2026-04-24T04:01:21.208" v="628" actId="478"/>
          <ac:spMkLst>
            <pc:docMk/>
            <pc:sldMk cId="1340117703" sldId="268"/>
            <ac:spMk id="38" creationId="{6116DCF5-C03D-48F4-BED3-7247E8A84EDA}"/>
          </ac:spMkLst>
        </pc:spChg>
        <pc:spChg chg="del">
          <ac:chgData name="대승 고" userId="8296c006db2f14ee" providerId="LiveId" clId="{F997F1B9-429E-4192-954F-F4CED232CDE9}" dt="2026-04-24T04:01:21.208" v="628" actId="478"/>
          <ac:spMkLst>
            <pc:docMk/>
            <pc:sldMk cId="1340117703" sldId="268"/>
            <ac:spMk id="39" creationId="{048CC967-54D0-4E71-933B-EA4A495163DC}"/>
          </ac:spMkLst>
        </pc:spChg>
        <pc:spChg chg="mod">
          <ac:chgData name="대승 고" userId="8296c006db2f14ee" providerId="LiveId" clId="{F997F1B9-429E-4192-954F-F4CED232CDE9}" dt="2026-04-24T04:01:24.378" v="629" actId="1076"/>
          <ac:spMkLst>
            <pc:docMk/>
            <pc:sldMk cId="1340117703" sldId="268"/>
            <ac:spMk id="40" creationId="{11638A70-D4CE-4490-8B32-81D79D397789}"/>
          </ac:spMkLst>
        </pc:spChg>
        <pc:spChg chg="mod">
          <ac:chgData name="대승 고" userId="8296c006db2f14ee" providerId="LiveId" clId="{F997F1B9-429E-4192-954F-F4CED232CDE9}" dt="2026-04-24T04:01:24.378" v="629" actId="1076"/>
          <ac:spMkLst>
            <pc:docMk/>
            <pc:sldMk cId="1340117703" sldId="268"/>
            <ac:spMk id="41" creationId="{2CBEF0A2-BC6C-4D07-BFD2-A5C949DA828C}"/>
          </ac:spMkLst>
        </pc:spChg>
        <pc:spChg chg="mod">
          <ac:chgData name="대승 고" userId="8296c006db2f14ee" providerId="LiveId" clId="{F997F1B9-429E-4192-954F-F4CED232CDE9}" dt="2026-04-24T04:01:24.378" v="629" actId="1076"/>
          <ac:spMkLst>
            <pc:docMk/>
            <pc:sldMk cId="1340117703" sldId="268"/>
            <ac:spMk id="42" creationId="{CCFEC992-C588-4E17-9B04-F22CF9CEDEC9}"/>
          </ac:spMkLst>
        </pc:spChg>
        <pc:spChg chg="mod">
          <ac:chgData name="대승 고" userId="8296c006db2f14ee" providerId="LiveId" clId="{F997F1B9-429E-4192-954F-F4CED232CDE9}" dt="2026-04-24T04:01:24.378" v="629" actId="1076"/>
          <ac:spMkLst>
            <pc:docMk/>
            <pc:sldMk cId="1340117703" sldId="268"/>
            <ac:spMk id="43" creationId="{04723E03-5BC3-4A71-B8FE-39610652D5AE}"/>
          </ac:spMkLst>
        </pc:spChg>
        <pc:spChg chg="mod">
          <ac:chgData name="대승 고" userId="8296c006db2f14ee" providerId="LiveId" clId="{F997F1B9-429E-4192-954F-F4CED232CDE9}" dt="2026-04-24T04:01:24.378" v="629" actId="1076"/>
          <ac:spMkLst>
            <pc:docMk/>
            <pc:sldMk cId="1340117703" sldId="268"/>
            <ac:spMk id="44" creationId="{D84591B8-E19F-4542-91A0-8C5E9536D1BB}"/>
          </ac:spMkLst>
        </pc:spChg>
        <pc:spChg chg="mod">
          <ac:chgData name="대승 고" userId="8296c006db2f14ee" providerId="LiveId" clId="{F997F1B9-429E-4192-954F-F4CED232CDE9}" dt="2026-04-24T04:01:24.378" v="629" actId="1076"/>
          <ac:spMkLst>
            <pc:docMk/>
            <pc:sldMk cId="1340117703" sldId="268"/>
            <ac:spMk id="45" creationId="{91545099-F8BD-4A74-832D-2AFA21DD16D2}"/>
          </ac:spMkLst>
        </pc:spChg>
      </pc:sldChg>
      <pc:sldChg chg="delSp modSp mod">
        <pc:chgData name="대승 고" userId="8296c006db2f14ee" providerId="LiveId" clId="{F997F1B9-429E-4192-954F-F4CED232CDE9}" dt="2026-04-24T04:04:25.718" v="691" actId="20577"/>
        <pc:sldMkLst>
          <pc:docMk/>
          <pc:sldMk cId="796844638" sldId="269"/>
        </pc:sldMkLst>
        <pc:spChg chg="mod">
          <ac:chgData name="대승 고" userId="8296c006db2f14ee" providerId="LiveId" clId="{F997F1B9-429E-4192-954F-F4CED232CDE9}" dt="2026-04-24T04:04:25.718" v="691" actId="20577"/>
          <ac:spMkLst>
            <pc:docMk/>
            <pc:sldMk cId="796844638" sldId="269"/>
            <ac:spMk id="2" creationId="{3D976194-4750-43C3-AABA-DBACEC73958C}"/>
          </ac:spMkLst>
        </pc:spChg>
        <pc:spChg chg="del">
          <ac:chgData name="대승 고" userId="8296c006db2f14ee" providerId="LiveId" clId="{F997F1B9-429E-4192-954F-F4CED232CDE9}" dt="2026-04-24T03:58:50.419" v="627" actId="478"/>
          <ac:spMkLst>
            <pc:docMk/>
            <pc:sldMk cId="796844638" sldId="269"/>
            <ac:spMk id="38" creationId="{EA0399F6-E272-4692-8325-64EF3C6402E4}"/>
          </ac:spMkLst>
        </pc:spChg>
      </pc:sldChg>
      <pc:sldChg chg="delSp del mod">
        <pc:chgData name="대승 고" userId="8296c006db2f14ee" providerId="LiveId" clId="{F997F1B9-429E-4192-954F-F4CED232CDE9}" dt="2026-04-24T03:58:47.064" v="626" actId="47"/>
        <pc:sldMkLst>
          <pc:docMk/>
          <pc:sldMk cId="1911643169" sldId="270"/>
        </pc:sldMkLst>
        <pc:spChg chg="del">
          <ac:chgData name="대승 고" userId="8296c006db2f14ee" providerId="LiveId" clId="{F997F1B9-429E-4192-954F-F4CED232CDE9}" dt="2026-04-24T03:58:12.977" v="596" actId="478"/>
          <ac:spMkLst>
            <pc:docMk/>
            <pc:sldMk cId="1911643169" sldId="270"/>
            <ac:spMk id="12" creationId="{EA0399F6-E272-4692-8325-64EF3C6402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39A9214-3EFE-4E97-ADF6-A9E10420D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2ABDC1B-E7A2-4ECC-B55C-2AA8A191B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9911B07-CD35-4516-9AE5-F939189149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007A2E2-EFE8-4427-A86A-D9CF45E354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9567CD0-F85C-4155-AFE6-E37C9387C21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EA7D5E7-958F-42E9-97CA-DC58A139B96B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3150" b="1">
                <a:solidFill>
                  <a:srgbClr val="1E2D4A"/>
                </a:solidFill>
              </a:defRPr>
            </a:pPr>
            <a:r>
              <a:rPr sz="3150" b="1" dirty="0">
                <a:solidFill>
                  <a:srgbClr val="1E2D4A"/>
                </a:solidFill>
              </a:rPr>
              <a:t>Spin Miner </a:t>
            </a:r>
            <a:r>
              <a:rPr sz="3150" b="1" dirty="0" err="1">
                <a:solidFill>
                  <a:srgbClr val="1E2D4A"/>
                </a:solidFill>
              </a:rPr>
              <a:t>브레이크</a:t>
            </a:r>
            <a:r>
              <a:rPr sz="3150" b="1" dirty="0">
                <a:solidFill>
                  <a:srgbClr val="1E2D4A"/>
                </a:solidFill>
              </a:rPr>
              <a:t> </a:t>
            </a:r>
            <a:r>
              <a:rPr sz="3150" b="1" dirty="0" err="1">
                <a:solidFill>
                  <a:srgbClr val="1E2D4A"/>
                </a:solidFill>
              </a:rPr>
              <a:t>시스템</a:t>
            </a:r>
            <a:endParaRPr sz="31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1D44520-6953-4A19-890A-B5FB74642290}"/>
              </a:ext>
            </a:extLst>
          </p:cNvPr>
          <p:cNvSpPr>
            <a:spLocks noGrp="1"/>
          </p:cNvSpPr>
          <p:nvPr/>
        </p:nvSpPr>
        <p:spPr>
          <a:xfrm>
            <a:off x="0" y="3524250"/>
            <a:ext cx="12192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시스템 / 콘텐츠 / UIUX 기획 작업 문서</a:t>
            </a:r>
          </a:p>
        </p:txBody>
      </p:sp>
    </p:spTree>
    <p:extLst>
      <p:ext uri="{BB962C8B-B14F-4D97-AF65-F5344CB8AC3E}">
        <p14:creationId xmlns:p14="http://schemas.microsoft.com/office/powerpoint/2010/main" val="156342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9CE8415-6460-448A-8CE5-224ACA340C6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B4D233-0AA1-488B-846B-09FE6766685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8CA2FC-F879-4729-B1E2-9270F4D54048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ABC2F7-6A2E-4D00-BF73-E09A58D560B5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lang="en-US" sz="1275" dirty="0">
                <a:solidFill>
                  <a:srgbClr val="202020"/>
                </a:solidFill>
              </a:rPr>
              <a:t>HP</a:t>
            </a:r>
            <a:r>
              <a:rPr lang="ko-KR" altLang="en-US" sz="1275" dirty="0">
                <a:solidFill>
                  <a:srgbClr val="202020"/>
                </a:solidFill>
              </a:rPr>
              <a:t>가 높은 </a:t>
            </a:r>
            <a:r>
              <a:rPr sz="1275" b="0" dirty="0" err="1">
                <a:solidFill>
                  <a:srgbClr val="202020"/>
                </a:solidFill>
              </a:rPr>
              <a:t>대형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채굴</a:t>
            </a:r>
            <a:r>
              <a:rPr sz="1275" b="0" dirty="0">
                <a:solidFill>
                  <a:srgbClr val="202020"/>
                </a:solidFill>
              </a:rPr>
              <a:t> 중 </a:t>
            </a:r>
            <a:r>
              <a:rPr sz="1275" b="0" dirty="0" err="1">
                <a:solidFill>
                  <a:srgbClr val="202020"/>
                </a:solidFill>
              </a:rPr>
              <a:t>약점이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노출되고</a:t>
            </a:r>
            <a:r>
              <a:rPr sz="1275" b="0" dirty="0">
                <a:solidFill>
                  <a:srgbClr val="202020"/>
                </a:solidFill>
              </a:rPr>
              <a:t>,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공략을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통해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일정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상태를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발생시키는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시스템</a:t>
            </a:r>
            <a:endParaRPr sz="1275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A5F85D-BDAE-4111-AE43-F3B55BB1DEAE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상태에서는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lang="ko-KR" altLang="en-US" sz="1275" b="0" dirty="0">
                <a:solidFill>
                  <a:srgbClr val="202020"/>
                </a:solidFill>
              </a:rPr>
              <a:t>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취약해져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채굴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효율이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상승한다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B057A1-AFC8-4596-84C4-5A11AAEEE4EC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약점은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브레이크를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발생시키는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시동기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역할로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정의한다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40CF4A-C08A-4735-8A9A-5C27F6FCC599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 dirty="0">
                <a:solidFill>
                  <a:srgbClr val="202020"/>
                </a:solidFill>
              </a:rPr>
              <a:t>1.2. </a:t>
            </a:r>
            <a:r>
              <a:rPr lang="ko-KR" altLang="en-US" sz="1350" b="1" dirty="0">
                <a:solidFill>
                  <a:srgbClr val="202020"/>
                </a:solidFill>
              </a:rPr>
              <a:t>시스템</a:t>
            </a:r>
            <a:r>
              <a:rPr sz="1350" b="1" dirty="0">
                <a:solidFill>
                  <a:srgbClr val="202020"/>
                </a:solidFill>
              </a:rPr>
              <a:t> </a:t>
            </a:r>
            <a:r>
              <a:rPr sz="1350" b="1" dirty="0" err="1">
                <a:solidFill>
                  <a:srgbClr val="202020"/>
                </a:solidFill>
              </a:rPr>
              <a:t>목적</a:t>
            </a:r>
            <a:endParaRPr sz="1350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4C9842-3D25-4A04-BC79-4C2E90773C8B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대형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앞에서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lang="ko-KR" altLang="en-US" sz="1275" b="0" dirty="0">
                <a:solidFill>
                  <a:srgbClr val="202020"/>
                </a:solidFill>
              </a:rPr>
              <a:t>대기를 하며 </a:t>
            </a:r>
            <a:r>
              <a:rPr sz="1275" b="0" dirty="0" err="1">
                <a:solidFill>
                  <a:srgbClr val="202020"/>
                </a:solidFill>
              </a:rPr>
              <a:t>타격이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반복되는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구간에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조작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목적을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부여한다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713880-94B9-4EF3-B72A-1C57876CBA02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노출</a:t>
            </a:r>
            <a:r>
              <a:rPr sz="1275" b="0" dirty="0">
                <a:solidFill>
                  <a:srgbClr val="202020"/>
                </a:solidFill>
              </a:rPr>
              <a:t>,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공략</a:t>
            </a:r>
            <a:r>
              <a:rPr sz="1275" b="0" dirty="0">
                <a:solidFill>
                  <a:srgbClr val="202020"/>
                </a:solidFill>
              </a:rPr>
              <a:t>,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구간을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분리해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플레이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리듬을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만든다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8871B33-9B3C-48E9-9744-16E2191371C0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대형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앞에서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플레이어가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위치와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타격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대상을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의식하도록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만든다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69D58A-C896-4E4A-97C3-99A7562BE7CB}"/>
              </a:ext>
            </a:extLst>
          </p:cNvPr>
          <p:cNvSpPr>
            <a:spLocks noGrp="1"/>
          </p:cNvSpPr>
          <p:nvPr/>
        </p:nvSpPr>
        <p:spPr>
          <a:xfrm>
            <a:off x="95250" y="35528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49CA47-BB06-4129-959B-6A95B8A7635E}"/>
              </a:ext>
            </a:extLst>
          </p:cNvPr>
          <p:cNvSpPr>
            <a:spLocks noGrp="1"/>
          </p:cNvSpPr>
          <p:nvPr/>
        </p:nvSpPr>
        <p:spPr>
          <a:xfrm>
            <a:off x="95250" y="38957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428211-0368-4F19-A09A-68D855135D2C}"/>
              </a:ext>
            </a:extLst>
          </p:cNvPr>
          <p:cNvSpPr>
            <a:spLocks noGrp="1"/>
          </p:cNvSpPr>
          <p:nvPr/>
        </p:nvSpPr>
        <p:spPr>
          <a:xfrm>
            <a:off x="95250" y="4171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CDDA3B-1EC5-4588-ACA6-320A39D50850}"/>
              </a:ext>
            </a:extLst>
          </p:cNvPr>
          <p:cNvSpPr>
            <a:spLocks noGrp="1"/>
          </p:cNvSpPr>
          <p:nvPr/>
        </p:nvSpPr>
        <p:spPr>
          <a:xfrm>
            <a:off x="95250" y="4448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 dirty="0">
                <a:solidFill>
                  <a:srgbClr val="202020"/>
                </a:solidFill>
              </a:rPr>
              <a:t>- </a:t>
            </a:r>
            <a:r>
              <a:rPr sz="1275" b="0" dirty="0" err="1">
                <a:solidFill>
                  <a:srgbClr val="202020"/>
                </a:solidFill>
              </a:rPr>
              <a:t>대형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광물의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체류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시간을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공략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단계로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분해한다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3FCAA6-079B-4829-9411-FA542076C1F5}"/>
              </a:ext>
            </a:extLst>
          </p:cNvPr>
          <p:cNvSpPr>
            <a:spLocks noGrp="1"/>
          </p:cNvSpPr>
          <p:nvPr/>
        </p:nvSpPr>
        <p:spPr>
          <a:xfrm>
            <a:off x="95250" y="492442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3C650D7-42CA-41E9-9262-1E2E2F26CF54}"/>
              </a:ext>
            </a:extLst>
          </p:cNvPr>
          <p:cNvSpPr>
            <a:spLocks noGrp="1"/>
          </p:cNvSpPr>
          <p:nvPr/>
        </p:nvSpPr>
        <p:spPr>
          <a:xfrm>
            <a:off x="95250" y="5200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25" b="0">
                <a:solidFill>
                  <a:srgbClr val="202020"/>
                </a:solidFill>
              </a:defRPr>
            </a:pPr>
            <a:r>
              <a:rPr sz="1125" b="0" dirty="0">
                <a:solidFill>
                  <a:srgbClr val="202020"/>
                </a:solidFill>
              </a:rPr>
              <a:t>- </a:t>
            </a:r>
            <a:r>
              <a:rPr lang="ko-KR" altLang="en-US" sz="1125" b="0" dirty="0">
                <a:solidFill>
                  <a:srgbClr val="202020"/>
                </a:solidFill>
              </a:rPr>
              <a:t>프로토 타입 </a:t>
            </a:r>
            <a:r>
              <a:rPr sz="1125" b="0" dirty="0" err="1">
                <a:solidFill>
                  <a:srgbClr val="202020"/>
                </a:solidFill>
              </a:rPr>
              <a:t>플레이</a:t>
            </a:r>
            <a:r>
              <a:rPr sz="1125" b="0" dirty="0">
                <a:solidFill>
                  <a:srgbClr val="202020"/>
                </a:solidFill>
              </a:rPr>
              <a:t> </a:t>
            </a:r>
            <a:r>
              <a:rPr sz="1125" b="0" dirty="0" err="1">
                <a:solidFill>
                  <a:srgbClr val="202020"/>
                </a:solidFill>
              </a:rPr>
              <a:t>링크</a:t>
            </a:r>
            <a:r>
              <a:rPr lang="en-US" altLang="ko-KR" sz="1125" b="0" dirty="0">
                <a:solidFill>
                  <a:srgbClr val="202020"/>
                </a:solidFill>
              </a:rPr>
              <a:t>:</a:t>
            </a:r>
            <a:r>
              <a:rPr lang="ko-KR" altLang="en-US" sz="1125" b="0" dirty="0">
                <a:solidFill>
                  <a:srgbClr val="202020"/>
                </a:solidFill>
              </a:rPr>
              <a:t> </a:t>
            </a:r>
            <a:r>
              <a:rPr lang="en-US" sz="1125" b="0" dirty="0">
                <a:solidFill>
                  <a:srgbClr val="202020"/>
                </a:solidFill>
              </a:rPr>
              <a:t>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1916177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BC1A78-5AB3-4DD0-AA75-F0CB3700B66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0893D2-A783-4F3C-9928-7E3759907D3F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B86B7A-C703-4BD2-96D1-827DAEB4C797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12705C-AEAD-4388-9A17-02F9974C3388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EF5FD0-4DEF-4570-AA57-29F4106E746D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0543985-E903-4550-BC36-ED23E15F5FA7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3B046F-99A7-4C44-ABCB-2E65D7A4BF11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4B4A4E8-017B-4580-94F6-36BF8E348199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B231DA-43CA-464F-BF9B-7D5CE5C77803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E8AC9FD-9725-42BF-A3C0-C56957F4B64D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B3BB7D-8F4E-400C-9A94-2F28B3C55266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8D6A8D-7CD9-43BF-9008-62E34F34E51E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대형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타격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lang="ko-KR" altLang="en-US" sz="975" b="0" dirty="0">
                <a:solidFill>
                  <a:srgbClr val="202020"/>
                </a:solidFill>
              </a:rPr>
              <a:t>중 </a:t>
            </a:r>
            <a:r>
              <a:rPr sz="975" b="0" dirty="0" err="1">
                <a:solidFill>
                  <a:srgbClr val="202020"/>
                </a:solidFill>
              </a:rPr>
              <a:t>외곽선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근처에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등장하는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공략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포인트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C99F33-4F4E-4214-B67B-42830541853E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D72C96-8DFD-4FB5-80AC-149E70368B82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CF2EBF-0302-4B10-92F7-9B7028DB2D9D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A6332D-E008-4D6D-B12B-B94436F1FD74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809F1A-EDD7-45C3-9250-61EB18D11DC8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F4FD5B-330F-4DC0-A506-FD58CE9FB8DA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약점</a:t>
            </a:r>
            <a:r>
              <a:rPr lang="en-US" sz="975" b="0" dirty="0">
                <a:solidFill>
                  <a:srgbClr val="202020"/>
                </a:solidFill>
              </a:rPr>
              <a:t> </a:t>
            </a:r>
            <a:r>
              <a:rPr lang="ko-KR" altLang="en-US" sz="975" b="0" dirty="0">
                <a:solidFill>
                  <a:srgbClr val="202020"/>
                </a:solidFill>
              </a:rPr>
              <a:t>포인트를 일정 이상 타격하면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일정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시간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발생하는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취약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상태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392483D-2C47-4C32-8B84-32145C3390BC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B8DFAF-A8AB-40A0-9E22-95715006073A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공략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성공에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대한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채굴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효율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보상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구간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B159F2-966D-489A-A9CC-CAB46E5C5F9A}"/>
              </a:ext>
            </a:extLst>
          </p:cNvPr>
          <p:cNvSpPr>
            <a:spLocks noGrp="1"/>
          </p:cNvSpPr>
          <p:nvPr/>
        </p:nvSpPr>
        <p:spPr>
          <a:xfrm>
            <a:off x="190500" y="2681288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2F4A34-FE65-453D-B538-EE89FEED6ABF}"/>
              </a:ext>
            </a:extLst>
          </p:cNvPr>
          <p:cNvSpPr>
            <a:spLocks noGrp="1"/>
          </p:cNvSpPr>
          <p:nvPr/>
        </p:nvSpPr>
        <p:spPr>
          <a:xfrm>
            <a:off x="247650" y="2719388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lang="ko-KR" altLang="en-US" sz="975" b="0" dirty="0">
                <a:solidFill>
                  <a:srgbClr val="202020"/>
                </a:solidFill>
              </a:rPr>
              <a:t>대형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132467-137F-4D37-A451-028BFCF32F87}"/>
              </a:ext>
            </a:extLst>
          </p:cNvPr>
          <p:cNvSpPr>
            <a:spLocks noGrp="1"/>
          </p:cNvSpPr>
          <p:nvPr/>
        </p:nvSpPr>
        <p:spPr>
          <a:xfrm>
            <a:off x="2000250" y="2681288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BC5789-63C9-484F-8283-8588664E6DC6}"/>
              </a:ext>
            </a:extLst>
          </p:cNvPr>
          <p:cNvSpPr>
            <a:spLocks noGrp="1"/>
          </p:cNvSpPr>
          <p:nvPr/>
        </p:nvSpPr>
        <p:spPr>
          <a:xfrm>
            <a:off x="2057400" y="2719388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일반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아닌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브레이크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연출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대상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타입으로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지정된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67596B9-5B0D-4622-9B7C-C729F35F0FD1}"/>
              </a:ext>
            </a:extLst>
          </p:cNvPr>
          <p:cNvSpPr>
            <a:spLocks noGrp="1"/>
          </p:cNvSpPr>
          <p:nvPr/>
        </p:nvSpPr>
        <p:spPr>
          <a:xfrm>
            <a:off x="7334250" y="2681288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94323D0-7D23-45A0-AB11-2FA2D05C1449}"/>
              </a:ext>
            </a:extLst>
          </p:cNvPr>
          <p:cNvSpPr>
            <a:spLocks noGrp="1"/>
          </p:cNvSpPr>
          <p:nvPr/>
        </p:nvSpPr>
        <p:spPr>
          <a:xfrm>
            <a:off x="7391400" y="2719388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광물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타입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enum으로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연출</a:t>
            </a:r>
            <a:r>
              <a:rPr sz="975" b="0" dirty="0">
                <a:solidFill>
                  <a:srgbClr val="202020"/>
                </a:solidFill>
              </a:rPr>
              <a:t>/</a:t>
            </a:r>
            <a:r>
              <a:rPr sz="975" b="0" dirty="0" err="1">
                <a:solidFill>
                  <a:srgbClr val="202020"/>
                </a:solidFill>
              </a:rPr>
              <a:t>규칙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적용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여부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결정</a:t>
            </a:r>
            <a:endParaRPr sz="975" b="0" dirty="0">
              <a:solidFill>
                <a:srgbClr val="202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12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5721F4-E514-4FF0-BBAB-66A006A1CC6A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3. </a:t>
            </a:r>
            <a:r>
              <a:rPr sz="2250" b="1" dirty="0" err="1">
                <a:solidFill>
                  <a:srgbClr val="1E2D4A"/>
                </a:solidFill>
              </a:rPr>
              <a:t>플레이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관찰</a:t>
            </a:r>
            <a:r>
              <a:rPr sz="2250" b="1" dirty="0">
                <a:solidFill>
                  <a:srgbClr val="1E2D4A"/>
                </a:solidFill>
              </a:rPr>
              <a:t> 및 </a:t>
            </a:r>
            <a:r>
              <a:rPr sz="2250" b="1" dirty="0" err="1">
                <a:solidFill>
                  <a:srgbClr val="1E2D4A"/>
                </a:solidFill>
              </a:rPr>
              <a:t>설계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방향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16AFCE-A3D6-4FC8-916F-0256E452C17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9B842F-E382-43FA-810B-02272F3409B6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 dirty="0">
                <a:solidFill>
                  <a:srgbClr val="202020"/>
                </a:solidFill>
              </a:rPr>
              <a:t>3.1. </a:t>
            </a:r>
            <a:r>
              <a:rPr lang="ko-KR" altLang="en-US" sz="1350" b="1" dirty="0">
                <a:solidFill>
                  <a:srgbClr val="202020"/>
                </a:solidFill>
              </a:rPr>
              <a:t>플레이 </a:t>
            </a:r>
            <a:r>
              <a:rPr sz="1350" b="1" dirty="0" err="1">
                <a:solidFill>
                  <a:srgbClr val="202020"/>
                </a:solidFill>
              </a:rPr>
              <a:t>관찰</a:t>
            </a:r>
            <a:r>
              <a:rPr sz="1350" b="1" dirty="0">
                <a:solidFill>
                  <a:srgbClr val="202020"/>
                </a:solidFill>
              </a:rPr>
              <a:t> </a:t>
            </a:r>
            <a:r>
              <a:rPr sz="1350" b="1" dirty="0" err="1">
                <a:solidFill>
                  <a:srgbClr val="202020"/>
                </a:solidFill>
              </a:rPr>
              <a:t>내용</a:t>
            </a:r>
            <a:endParaRPr lang="ko-KR" altLang="en-US" sz="1350" b="1" dirty="0">
              <a:solidFill>
                <a:srgbClr val="20202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528E02-67C3-4DDC-9505-8C0BEE3E7C18}"/>
              </a:ext>
            </a:extLst>
          </p:cNvPr>
          <p:cNvSpPr>
            <a:spLocks noGrp="1"/>
          </p:cNvSpPr>
          <p:nvPr/>
        </p:nvSpPr>
        <p:spPr>
          <a:xfrm>
            <a:off x="95250" y="1409700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056B6D-DCE5-4953-AC18-1AF22DF874C7}"/>
              </a:ext>
            </a:extLst>
          </p:cNvPr>
          <p:cNvSpPr>
            <a:spLocks noGrp="1"/>
          </p:cNvSpPr>
          <p:nvPr/>
        </p:nvSpPr>
        <p:spPr>
          <a:xfrm>
            <a:off x="152400" y="14478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3A5A26-E0A9-462B-AA18-A39F8AE19556}"/>
              </a:ext>
            </a:extLst>
          </p:cNvPr>
          <p:cNvSpPr>
            <a:spLocks noGrp="1"/>
          </p:cNvSpPr>
          <p:nvPr/>
        </p:nvSpPr>
        <p:spPr>
          <a:xfrm>
            <a:off x="1619250" y="1409700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7D7170-4D93-4392-B475-E66F8625CEDB}"/>
              </a:ext>
            </a:extLst>
          </p:cNvPr>
          <p:cNvSpPr>
            <a:spLocks noGrp="1"/>
          </p:cNvSpPr>
          <p:nvPr/>
        </p:nvSpPr>
        <p:spPr>
          <a:xfrm>
            <a:off x="1676400" y="144780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lang="ko-KR" altLang="en-US" sz="1050" b="1" dirty="0">
                <a:solidFill>
                  <a:srgbClr val="202020"/>
                </a:solidFill>
              </a:rPr>
              <a:t>플레이 경험</a:t>
            </a:r>
            <a:endParaRPr sz="1050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30D665-3A0B-4F9D-81B1-F8F2470C9B7B}"/>
              </a:ext>
            </a:extLst>
          </p:cNvPr>
          <p:cNvSpPr>
            <a:spLocks noGrp="1"/>
          </p:cNvSpPr>
          <p:nvPr/>
        </p:nvSpPr>
        <p:spPr>
          <a:xfrm>
            <a:off x="5905500" y="1409700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DA524B5-EFF5-40CA-B0C1-67ED87B1584F}"/>
              </a:ext>
            </a:extLst>
          </p:cNvPr>
          <p:cNvSpPr>
            <a:spLocks noGrp="1"/>
          </p:cNvSpPr>
          <p:nvPr/>
        </p:nvSpPr>
        <p:spPr>
          <a:xfrm>
            <a:off x="5962650" y="144780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5A8C0D0-1304-452F-A2F5-9A7553B4AAEB}"/>
              </a:ext>
            </a:extLst>
          </p:cNvPr>
          <p:cNvSpPr>
            <a:spLocks noGrp="1"/>
          </p:cNvSpPr>
          <p:nvPr/>
        </p:nvSpPr>
        <p:spPr>
          <a:xfrm>
            <a:off x="95250" y="1866900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890BF6-B6EB-4754-954C-7459908AB86E}"/>
              </a:ext>
            </a:extLst>
          </p:cNvPr>
          <p:cNvSpPr>
            <a:spLocks noGrp="1"/>
          </p:cNvSpPr>
          <p:nvPr/>
        </p:nvSpPr>
        <p:spPr>
          <a:xfrm>
            <a:off x="152400" y="19050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 dirty="0">
                <a:solidFill>
                  <a:srgbClr val="202020"/>
                </a:solidFill>
              </a:rPr>
              <a:t>소</a:t>
            </a:r>
            <a:r>
              <a:rPr lang="ko-KR" altLang="en-US" sz="975" b="0" dirty="0">
                <a:solidFill>
                  <a:srgbClr val="202020"/>
                </a:solidFill>
              </a:rPr>
              <a:t>형 </a:t>
            </a:r>
            <a:r>
              <a:rPr sz="975" b="0" dirty="0" err="1">
                <a:solidFill>
                  <a:srgbClr val="202020"/>
                </a:solidFill>
              </a:rPr>
              <a:t>광물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E7A40AE-611C-4CFA-92D3-EFFC59F467B5}"/>
              </a:ext>
            </a:extLst>
          </p:cNvPr>
          <p:cNvSpPr>
            <a:spLocks noGrp="1"/>
          </p:cNvSpPr>
          <p:nvPr/>
        </p:nvSpPr>
        <p:spPr>
          <a:xfrm>
            <a:off x="1619250" y="1866900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DA7DB1-E7CD-4790-824B-40AFF14F5AEC}"/>
              </a:ext>
            </a:extLst>
          </p:cNvPr>
          <p:cNvSpPr>
            <a:spLocks noGrp="1"/>
          </p:cNvSpPr>
          <p:nvPr/>
        </p:nvSpPr>
        <p:spPr>
          <a:xfrm>
            <a:off x="1676400" y="190500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이동-타격-수집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주기가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짧음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AC3B6D-4E83-449C-8F19-373DF128091B}"/>
              </a:ext>
            </a:extLst>
          </p:cNvPr>
          <p:cNvSpPr>
            <a:spLocks noGrp="1"/>
          </p:cNvSpPr>
          <p:nvPr/>
        </p:nvSpPr>
        <p:spPr>
          <a:xfrm>
            <a:off x="5905500" y="1866900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808B7C-DE2C-4582-B322-F7CC20DB726C}"/>
              </a:ext>
            </a:extLst>
          </p:cNvPr>
          <p:cNvSpPr>
            <a:spLocks noGrp="1"/>
          </p:cNvSpPr>
          <p:nvPr/>
        </p:nvSpPr>
        <p:spPr>
          <a:xfrm>
            <a:off x="5962650" y="190500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7599417-1B1D-4A2B-A09E-68D91CBA477A}"/>
              </a:ext>
            </a:extLst>
          </p:cNvPr>
          <p:cNvSpPr>
            <a:spLocks noGrp="1"/>
          </p:cNvSpPr>
          <p:nvPr/>
        </p:nvSpPr>
        <p:spPr>
          <a:xfrm>
            <a:off x="95250" y="2324100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AC10BD-92FB-477A-9D3F-FDEED562BAB1}"/>
              </a:ext>
            </a:extLst>
          </p:cNvPr>
          <p:cNvSpPr>
            <a:spLocks noGrp="1"/>
          </p:cNvSpPr>
          <p:nvPr/>
        </p:nvSpPr>
        <p:spPr>
          <a:xfrm>
            <a:off x="152400" y="236220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 광물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391A33-092A-42C8-BBDA-2378FC0BBB24}"/>
              </a:ext>
            </a:extLst>
          </p:cNvPr>
          <p:cNvSpPr>
            <a:spLocks noGrp="1"/>
          </p:cNvSpPr>
          <p:nvPr/>
        </p:nvSpPr>
        <p:spPr>
          <a:xfrm>
            <a:off x="1619250" y="2324100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7C153D-1518-4EA5-8BC9-03E1649C653C}"/>
              </a:ext>
            </a:extLst>
          </p:cNvPr>
          <p:cNvSpPr>
            <a:spLocks noGrp="1"/>
          </p:cNvSpPr>
          <p:nvPr/>
        </p:nvSpPr>
        <p:spPr>
          <a:xfrm>
            <a:off x="1676400" y="2362200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HP가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높아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lang="ko-KR" altLang="en-US" sz="975" b="0" dirty="0">
                <a:solidFill>
                  <a:srgbClr val="202020"/>
                </a:solidFill>
              </a:rPr>
              <a:t>같은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타격이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오래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반복됨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C4FE302-1B2C-4602-B2AA-8FF865583A04}"/>
              </a:ext>
            </a:extLst>
          </p:cNvPr>
          <p:cNvSpPr>
            <a:spLocks noGrp="1"/>
          </p:cNvSpPr>
          <p:nvPr/>
        </p:nvSpPr>
        <p:spPr>
          <a:xfrm>
            <a:off x="5905500" y="2324100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14162C2-E05F-4AA0-A561-99CED031968F}"/>
              </a:ext>
            </a:extLst>
          </p:cNvPr>
          <p:cNvSpPr>
            <a:spLocks noGrp="1"/>
          </p:cNvSpPr>
          <p:nvPr/>
        </p:nvSpPr>
        <p:spPr>
          <a:xfrm>
            <a:off x="5962650" y="2362200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목표감은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있으나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lang="ko-KR" altLang="en-US" sz="975" b="0" dirty="0">
                <a:solidFill>
                  <a:srgbClr val="202020"/>
                </a:solidFill>
              </a:rPr>
              <a:t>소형 광물 대비 </a:t>
            </a:r>
            <a:r>
              <a:rPr sz="975" b="0" dirty="0" err="1">
                <a:solidFill>
                  <a:srgbClr val="202020"/>
                </a:solidFill>
              </a:rPr>
              <a:t>조작</a:t>
            </a:r>
            <a:r>
              <a:rPr lang="ko-KR" altLang="en-US" sz="975" b="0" dirty="0">
                <a:solidFill>
                  <a:srgbClr val="202020"/>
                </a:solidFill>
              </a:rPr>
              <a:t>의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선택지가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부족</a:t>
            </a:r>
            <a:r>
              <a:rPr lang="ko-KR" altLang="en-US" sz="975" b="0" dirty="0">
                <a:solidFill>
                  <a:srgbClr val="202020"/>
                </a:solidFill>
              </a:rPr>
              <a:t>하다고 느낌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4D3F960-9238-4AEC-96A3-B6A288EDEF75}"/>
              </a:ext>
            </a:extLst>
          </p:cNvPr>
          <p:cNvSpPr>
            <a:spLocks noGrp="1"/>
          </p:cNvSpPr>
          <p:nvPr/>
        </p:nvSpPr>
        <p:spPr>
          <a:xfrm>
            <a:off x="95250" y="35433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3.2. 설계 방향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28DADD9-B9CB-4DD4-8072-9939DBB19310}"/>
              </a:ext>
            </a:extLst>
          </p:cNvPr>
          <p:cNvSpPr>
            <a:spLocks noGrp="1"/>
          </p:cNvSpPr>
          <p:nvPr/>
        </p:nvSpPr>
        <p:spPr>
          <a:xfrm>
            <a:off x="95250" y="39052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대형 광물의 긴 채굴 시간을 단순 HP 증가가 아닌 단계형 공략 구조로 전환한다.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5C5A34D-7694-43B5-A99F-7C6D2A66A1BB}"/>
              </a:ext>
            </a:extLst>
          </p:cNvPr>
          <p:cNvSpPr>
            <a:spLocks noGrp="1"/>
          </p:cNvSpPr>
          <p:nvPr/>
        </p:nvSpPr>
        <p:spPr>
          <a:xfrm>
            <a:off x="95250" y="41814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 노출 전후, 브레이크 전후의 피드백을 명확히 분리한다.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F1BE2B-F48B-4744-A19F-FE3C27B97768}"/>
              </a:ext>
            </a:extLst>
          </p:cNvPr>
          <p:cNvSpPr>
            <a:spLocks noGrp="1"/>
          </p:cNvSpPr>
          <p:nvPr/>
        </p:nvSpPr>
        <p:spPr>
          <a:xfrm>
            <a:off x="95250" y="4457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데미지는 곡괭이 기본 성능을 기준으로 고정하고, 브레이크는 보상 배율로만 처리한다.</a:t>
            </a:r>
          </a:p>
        </p:txBody>
      </p:sp>
    </p:spTree>
    <p:extLst>
      <p:ext uri="{BB962C8B-B14F-4D97-AF65-F5344CB8AC3E}">
        <p14:creationId xmlns:p14="http://schemas.microsoft.com/office/powerpoint/2010/main" val="118632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C5C0B45-AE9F-45F3-ACCA-A1AC1F3D2DE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3A9A6B-6E19-4F8E-8A82-FFCD2FAC7741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703649-6F95-45AC-B725-A9D797F4AFF7}"/>
              </a:ext>
            </a:extLst>
          </p:cNvPr>
          <p:cNvSpPr>
            <a:spLocks noGrp="1"/>
          </p:cNvSpPr>
          <p:nvPr/>
        </p:nvSpPr>
        <p:spPr>
          <a:xfrm>
            <a:off x="952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EA56CC-63AC-431F-8AEC-6D240AEC233B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25" b="1" dirty="0">
                <a:solidFill>
                  <a:srgbClr val="202020"/>
                </a:solidFill>
              </a:rPr>
              <a:t>대형 광물 </a:t>
            </a:r>
            <a:r>
              <a:rPr sz="1125" b="1" dirty="0" err="1">
                <a:solidFill>
                  <a:srgbClr val="202020"/>
                </a:solidFill>
              </a:rPr>
              <a:t>타격</a:t>
            </a:r>
            <a:endParaRPr sz="1125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8B1C92-1C68-4640-ABBB-7FB0BFDCB315}"/>
              </a:ext>
            </a:extLst>
          </p:cNvPr>
          <p:cNvSpPr>
            <a:spLocks noGrp="1"/>
          </p:cNvSpPr>
          <p:nvPr/>
        </p:nvSpPr>
        <p:spPr>
          <a:xfrm>
            <a:off x="18923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672A50-7C92-4A50-98E2-D71A61B64886}"/>
              </a:ext>
            </a:extLst>
          </p:cNvPr>
          <p:cNvSpPr>
            <a:spLocks noGrp="1"/>
          </p:cNvSpPr>
          <p:nvPr/>
        </p:nvSpPr>
        <p:spPr>
          <a:xfrm>
            <a:off x="20447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C52C4E-1587-4768-BD02-85CA0889D6A8}"/>
              </a:ext>
            </a:extLst>
          </p:cNvPr>
          <p:cNvSpPr>
            <a:spLocks noGrp="1"/>
          </p:cNvSpPr>
          <p:nvPr/>
        </p:nvSpPr>
        <p:spPr>
          <a:xfrm>
            <a:off x="21018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D41382-FC5E-4EB0-A440-E70364F22418}"/>
              </a:ext>
            </a:extLst>
          </p:cNvPr>
          <p:cNvSpPr>
            <a:spLocks noGrp="1"/>
          </p:cNvSpPr>
          <p:nvPr/>
        </p:nvSpPr>
        <p:spPr>
          <a:xfrm>
            <a:off x="38417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1DEB16D-F78B-41C6-B0B7-1AC6E8677448}"/>
              </a:ext>
            </a:extLst>
          </p:cNvPr>
          <p:cNvSpPr>
            <a:spLocks noGrp="1"/>
          </p:cNvSpPr>
          <p:nvPr/>
        </p:nvSpPr>
        <p:spPr>
          <a:xfrm>
            <a:off x="39941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16F245-A37E-434C-BD26-49E1A67F8F5E}"/>
              </a:ext>
            </a:extLst>
          </p:cNvPr>
          <p:cNvSpPr>
            <a:spLocks noGrp="1"/>
          </p:cNvSpPr>
          <p:nvPr/>
        </p:nvSpPr>
        <p:spPr>
          <a:xfrm>
            <a:off x="40513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1782544-4D30-4276-BA36-E48913D83C78}"/>
              </a:ext>
            </a:extLst>
          </p:cNvPr>
          <p:cNvSpPr>
            <a:spLocks noGrp="1"/>
          </p:cNvSpPr>
          <p:nvPr/>
        </p:nvSpPr>
        <p:spPr>
          <a:xfrm>
            <a:off x="57912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536C34-173C-4D64-9FC6-F93C34E83861}"/>
              </a:ext>
            </a:extLst>
          </p:cNvPr>
          <p:cNvSpPr>
            <a:spLocks noGrp="1"/>
          </p:cNvSpPr>
          <p:nvPr/>
        </p:nvSpPr>
        <p:spPr>
          <a:xfrm>
            <a:off x="5943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90888F-C26F-45B7-988A-78FBBE7F0804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132D66E-F8B7-4E24-8E95-228648BB1298}"/>
              </a:ext>
            </a:extLst>
          </p:cNvPr>
          <p:cNvSpPr>
            <a:spLocks noGrp="1"/>
          </p:cNvSpPr>
          <p:nvPr/>
        </p:nvSpPr>
        <p:spPr>
          <a:xfrm>
            <a:off x="77406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D7FD8C-C275-4825-81E0-B03927A97327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89F5A06-9F28-4B94-8BE0-41DB36279E43}"/>
              </a:ext>
            </a:extLst>
          </p:cNvPr>
          <p:cNvSpPr>
            <a:spLocks noGrp="1"/>
          </p:cNvSpPr>
          <p:nvPr/>
        </p:nvSpPr>
        <p:spPr>
          <a:xfrm>
            <a:off x="79502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2CB9FF-3E8D-49D8-A1F7-D1CC2B667D16}"/>
              </a:ext>
            </a:extLst>
          </p:cNvPr>
          <p:cNvSpPr>
            <a:spLocks noGrp="1"/>
          </p:cNvSpPr>
          <p:nvPr/>
        </p:nvSpPr>
        <p:spPr>
          <a:xfrm>
            <a:off x="95250" y="2124075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A81DCD-B6B2-4845-9EF4-E7131DA7B41E}"/>
              </a:ext>
            </a:extLst>
          </p:cNvPr>
          <p:cNvSpPr>
            <a:spLocks noGrp="1"/>
          </p:cNvSpPr>
          <p:nvPr/>
        </p:nvSpPr>
        <p:spPr>
          <a:xfrm>
            <a:off x="95250" y="24669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75" b="0" dirty="0">
                <a:solidFill>
                  <a:srgbClr val="202020"/>
                </a:solidFill>
              </a:rPr>
              <a:t>1. </a:t>
            </a:r>
            <a:r>
              <a:rPr lang="ko-KR" altLang="en-US" sz="1275" b="0" dirty="0">
                <a:solidFill>
                  <a:srgbClr val="202020"/>
                </a:solidFill>
              </a:rPr>
              <a:t>대형 </a:t>
            </a:r>
            <a:r>
              <a:rPr sz="1275" b="0" dirty="0" err="1">
                <a:solidFill>
                  <a:srgbClr val="202020"/>
                </a:solidFill>
              </a:rPr>
              <a:t>광물</a:t>
            </a:r>
            <a:r>
              <a:rPr lang="ko-KR" altLang="en-US" sz="1275" dirty="0">
                <a:solidFill>
                  <a:srgbClr val="202020"/>
                </a:solidFill>
              </a:rPr>
              <a:t>의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타격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누적</a:t>
            </a:r>
            <a:r>
              <a:rPr sz="1275" b="0" dirty="0">
                <a:solidFill>
                  <a:srgbClr val="202020"/>
                </a:solidFill>
              </a:rPr>
              <a:t> 후 </a:t>
            </a:r>
            <a:r>
              <a:rPr sz="1275" b="0" dirty="0" err="1">
                <a:solidFill>
                  <a:srgbClr val="202020"/>
                </a:solidFill>
              </a:rPr>
              <a:t>약점이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등장한다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D177E3-037B-4F0B-BD07-72B3AEA41B95}"/>
              </a:ext>
            </a:extLst>
          </p:cNvPr>
          <p:cNvSpPr>
            <a:spLocks noGrp="1"/>
          </p:cNvSpPr>
          <p:nvPr/>
        </p:nvSpPr>
        <p:spPr>
          <a:xfrm>
            <a:off x="95250" y="27527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75" b="0" dirty="0">
                <a:solidFill>
                  <a:srgbClr val="202020"/>
                </a:solidFill>
              </a:rPr>
              <a:t>2. </a:t>
            </a:r>
            <a:r>
              <a:rPr sz="1275" b="0" dirty="0" err="1">
                <a:solidFill>
                  <a:srgbClr val="202020"/>
                </a:solidFill>
              </a:rPr>
              <a:t>약점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타격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누적으로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상태에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진입한다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28564D3-F42E-49D1-A1B8-E47F8C792240}"/>
              </a:ext>
            </a:extLst>
          </p:cNvPr>
          <p:cNvSpPr>
            <a:spLocks noGrp="1"/>
          </p:cNvSpPr>
          <p:nvPr/>
        </p:nvSpPr>
        <p:spPr>
          <a:xfrm>
            <a:off x="95250" y="30384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75" b="0" dirty="0">
                <a:solidFill>
                  <a:srgbClr val="202020"/>
                </a:solidFill>
              </a:rPr>
              <a:t>3. </a:t>
            </a:r>
            <a:r>
              <a:rPr sz="1275" b="0" dirty="0" err="1">
                <a:solidFill>
                  <a:srgbClr val="202020"/>
                </a:solidFill>
              </a:rPr>
              <a:t>브레이크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시간이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종료되면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약점은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숨겨지고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일반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상태로</a:t>
            </a:r>
            <a:r>
              <a:rPr sz="1275" b="0" dirty="0">
                <a:solidFill>
                  <a:srgbClr val="202020"/>
                </a:solidFill>
              </a:rPr>
              <a:t> </a:t>
            </a:r>
            <a:r>
              <a:rPr sz="1275" b="0" dirty="0" err="1">
                <a:solidFill>
                  <a:srgbClr val="202020"/>
                </a:solidFill>
              </a:rPr>
              <a:t>복귀한다</a:t>
            </a:r>
            <a:r>
              <a:rPr sz="1275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79DCE5E-7990-4207-8F12-E2C073202DF8}"/>
              </a:ext>
            </a:extLst>
          </p:cNvPr>
          <p:cNvSpPr>
            <a:spLocks noGrp="1"/>
          </p:cNvSpPr>
          <p:nvPr/>
        </p:nvSpPr>
        <p:spPr>
          <a:xfrm>
            <a:off x="95250" y="3733801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4.2. 적용 범위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0865BA4-6F70-48CE-809F-D26D4FB0B1B4}"/>
              </a:ext>
            </a:extLst>
          </p:cNvPr>
          <p:cNvSpPr>
            <a:spLocks noGrp="1"/>
          </p:cNvSpPr>
          <p:nvPr/>
        </p:nvSpPr>
        <p:spPr>
          <a:xfrm>
            <a:off x="95250" y="4076701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광물 타입 데이터에서 브레이크 연출 적용 여부를 제어한다.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304B9A6-7669-4875-9EA4-065E6F7F1096}"/>
              </a:ext>
            </a:extLst>
          </p:cNvPr>
          <p:cNvSpPr>
            <a:spLocks noGrp="1"/>
          </p:cNvSpPr>
          <p:nvPr/>
        </p:nvSpPr>
        <p:spPr>
          <a:xfrm>
            <a:off x="95250" y="4352926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대상이 아닌 광물은 기존 채굴 처리만 유지한다.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D4EC00-0B09-4AFE-911D-90985C4BCD84}"/>
              </a:ext>
            </a:extLst>
          </p:cNvPr>
          <p:cNvSpPr>
            <a:spLocks noGrp="1"/>
          </p:cNvSpPr>
          <p:nvPr/>
        </p:nvSpPr>
        <p:spPr>
          <a:xfrm>
            <a:off x="95250" y="4629151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원작의 실제 진행/보상 규칙과는 분리해 작성한다.</a:t>
            </a:r>
          </a:p>
        </p:txBody>
      </p:sp>
    </p:spTree>
    <p:extLst>
      <p:ext uri="{BB962C8B-B14F-4D97-AF65-F5344CB8AC3E}">
        <p14:creationId xmlns:p14="http://schemas.microsoft.com/office/powerpoint/2010/main" val="2134275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C9639FF-F09F-41D7-953C-A19D8848BBE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7773D5-B8FC-411B-B930-AC58BC1CF99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357398E-132C-40F9-BEAA-84FD5C3CBCA3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A4BA09-1418-45D7-A85E-BF1F23BB1728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6F65B0C-D9E2-4C14-9712-7AFACE5846DC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27DB85C-587A-4C69-9898-46638D3A128C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A63D987-A2AF-4B67-82AA-B0F324267A4C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등장 조건 충족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FCC4F8-287A-4153-812B-A92C0EF1872A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E85AA2-03A9-4DAE-9411-01C850AA56EF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22C786-EA35-4E19-B9A0-484706D8614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즉시 등장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8E3B8E5-8E0C-4A7C-850F-0DF1AA4AFD93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4EDCDE-BBA9-4649-B3F8-B61FC6DE48D6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B944DDA-CE07-4890-86AC-D2A83B814B4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반복 타격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DBFF5B-F5C0-411C-B8F8-E4F8B0E8ED6F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A49753A-B6DA-4A93-9F91-EA8F616FCCD0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C259C8-A0B2-4ECB-B980-11B7BCA3F6ED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발생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BDBCA6-0BCF-48F7-B147-7FEE7597DB8A}"/>
              </a:ext>
            </a:extLst>
          </p:cNvPr>
          <p:cNvSpPr>
            <a:spLocks noGrp="1"/>
          </p:cNvSpPr>
          <p:nvPr/>
        </p:nvSpPr>
        <p:spPr>
          <a:xfrm>
            <a:off x="96424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C018BC1-0778-4220-BE48-957B4E7D9427}"/>
              </a:ext>
            </a:extLst>
          </p:cNvPr>
          <p:cNvSpPr>
            <a:spLocks noGrp="1"/>
          </p:cNvSpPr>
          <p:nvPr/>
        </p:nvSpPr>
        <p:spPr>
          <a:xfrm>
            <a:off x="97948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B17FE2-DB0F-4E96-9D58-79DDF188D7C8}"/>
              </a:ext>
            </a:extLst>
          </p:cNvPr>
          <p:cNvSpPr>
            <a:spLocks noGrp="1"/>
          </p:cNvSpPr>
          <p:nvPr/>
        </p:nvSpPr>
        <p:spPr>
          <a:xfrm>
            <a:off x="98520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B3E5FF-4A59-4E14-9209-C214A8E85993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E39F9A-8AB3-4C97-B4F0-DEC8CD78D6D1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A82BA6-8F16-4176-9FD3-784A6AD87E73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FB58FB2-C0F1-47EC-8D90-DA65610425B2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5B2F3DF-18B3-4661-B5A9-5C4D68DFB028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CB464A9-F929-4E8F-94AD-11F172E1647E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62302E-2123-4321-9AAC-60F4B4400BE4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46BB0C-DBA7-45E1-9995-2AFBFB5A9FD9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5571CC1-28F6-4FEC-9117-8FBD49D8D4E4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FD85D57-1CAB-4A22-ADFC-2604E6BEFA9B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1313400-0056-4B5D-8E5E-F4937490FD34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FACE48B-EAFD-4765-A53B-A94EFA9BC313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몸통에 곡괭이 접촉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6583DA8-A299-4577-99AB-583FE4AF2FE4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6530934-E3C2-4DBD-A7B5-81ABE408F921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 스케일 연출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5F5533-F270-4461-9C07-72B76502E008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2382A4F-04F1-42EE-95AC-4A6E1E962B80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HP 감소 / 약점 노출 카운트 증가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A33A5E6-71B7-4FF8-BADB-3E867F905D1C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850BED1-75F7-4C94-845A-FABA9D492E3C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34AE404-5804-49DF-9B57-64CA03B768B5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CE5FA12-B683-4731-B8F7-7DB03316270B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779D1D1-C241-4E94-B18D-D65F123B1153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250525-8AA1-4F47-9A33-17E5AE26D2E5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근처에 X 마크 즉시 등장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D1148F5-C6FE-4F9C-B91B-551EE352C95F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061573C-2F92-4BFB-90F9-1D3D350E3D96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1F0B1A0-E6AB-4F94-99AE-2D2A7B0E02CD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A794BFB-77C5-44FC-B750-6DC7B3025E19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A9777E8-BE90-44CC-A383-63D08DCEC278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585CA14-6291-420B-809B-85CCC980E19B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44FA5C4-8ECC-4C91-ABAE-36CFF1AB748A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B20951E-97AF-403A-959D-AAD1B044AF67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 피격 연출 / 크기 증가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E0F318A-05E4-4F84-BED9-0CF36584A874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FFC8188-E4E1-4EB7-84D5-DCB789E7F892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진행도 증가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9DDFEF0-0AC9-4646-89CE-6BE228CB8F56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87FAC72-9322-441D-A992-B3C89279C0A9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2610B21-2856-4A71-BBAC-0DEEFB6BC3DD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A48B183-A9F7-41A5-A7E8-CD6A8F29BD27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균열 100%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68ED2A5-51A6-47DD-8EF0-7D8122084489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E5790C6-AE08-4793-9653-0AA9E1A3D642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 라인 확산 후 복귀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3F10CD9-1D4D-4779-97B4-196DBE798338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B195E82-9E4B-4CA4-B0D9-6056228E8EDA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일정 시간 피해 배율 적용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46FEB2D-683A-437F-8ACF-545D02FD77FE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699015C-04D2-497A-95DC-AC5DAF675807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복귀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49E417-4570-44F0-BE8C-DE97829B20C0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B1BD98D-85EE-42FC-B28A-0EC37B3C7850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A7DB59A-1112-41D7-A631-8C2C8E0B0036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3DC6E7-E2F4-4F0E-9A90-B392BD951248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숨김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D8F662E-D533-413C-8AD9-925348160203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067A168-34E1-40CB-B8C0-E89DC1C1D861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202554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2277B1-F01D-4F1F-B8D7-979134D6699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927834-2B79-4C5F-B78D-AA43B1D2F42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E7520E-5BAC-4166-86FB-E6DE86D9FBA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C4533-6E0F-4771-BA0D-762E5AB46388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3C664E-9B01-4256-BE89-DC0D8D53DD5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88EA11-8099-48FD-B966-CD12AE70450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03892F-4DE2-41B0-A361-030C2474BD3E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B89B0C-6CE3-41D6-B7A2-6F46B37177F6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98D98E-D7B4-45B8-95F7-5DB1F03A3900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BFA51C-DAF6-4701-96E4-DE25F70899B5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55D923-93B5-4D49-9B1E-3A8FCFCD4AFA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F12DD-EB18-456F-9285-FB300C320149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몸통 타격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52606E8-9A6A-4BFD-A8AB-C747C4FF24A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E2E8BB-8486-4C06-820B-6B8A7A07F34E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 2초 내외. 프레임이 아니라 실제 타격 횟수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DA10DB-F7FE-4C5F-8131-01F09A8A4E97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043C9D-17F9-42EF-9741-EE308F99D595}"/>
              </a:ext>
            </a:extLst>
          </p:cNvPr>
          <p:cNvSpPr>
            <a:spLocks noGrp="1"/>
          </p:cNvSpPr>
          <p:nvPr/>
        </p:nvSpPr>
        <p:spPr>
          <a:xfrm>
            <a:off x="247650" y="19812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F5C77E-B83A-43F2-87A5-CFF6A424737D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452D32-507A-407B-90F2-E6862F8637D2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17px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2ED1CD4-2DA6-43F3-A6DA-B3E5B990BAE5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CDA21C4-2E46-45E4-8AE7-2FDD5840533F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934FEF2-D648-4389-A150-B898CC276329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FB871D-4E52-48DF-8059-C3C859800370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46881D1-C337-4FF6-87A6-294134E6AA33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027679-543E-4C10-9E87-5E0455FC6C3A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1타당 +1.25%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404A81B-9463-4260-AE2D-6EFAC2E428ED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8324731-C93C-41D2-AE32-BCDD7F046C63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80회 약점 타격 시 브레이크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AA12E9-60EB-4B13-AE70-9D3C6524FD9E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49B410-341D-4FC9-82FC-6778593E8458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496235-DBCA-4931-A1A3-D21AE4C15A83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7F8306-311E-44BA-86B2-8E0E32A21798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BCFE022-CA33-4B1A-B926-9EF9D93A8E06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8D479F-FA4C-431D-8135-A6B144D0E416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같은 위치 고정 피로도를 줄이기 위한 이동 주기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B07F04-7AF2-4D0E-9FD1-2D4E5386F42B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D82257C-2DBC-4D99-A21A-62F141CA14E5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D41B608-3B75-40B6-8DE0-12148A259C4E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1C899428-DCA1-433D-92C6-BA57E7E48A84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7DB75A8-D0AF-4B37-8115-061612E2E606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DDF85A9-0701-4D02-B76A-D072B48403A0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BE341F-C666-4491-BA01-C03F90F3887E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9DB6749-486E-4319-9010-849297ADA6B6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D71D392-2402-4D7D-8CC5-14311874B4F9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E013773-2CFE-4251-9B97-C530F44897DC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198131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471E63-829A-4FF1-8A87-B7B7C729592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UI / UX 상태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FF45E4-829B-43CE-AAD1-087A8B69357B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009076-AF09-42D3-A327-34A8B8EAAC60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561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3442BAF-C305-4971-AD60-01DDDCE4C495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게임 화면 캡처 교체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459F5C-1AB4-4818-B30A-3557BE273F3B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073DF2-38F0-4125-AC89-2E354099988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E12E0FE-7B1A-4BF9-BD30-54E74765E2DB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FA58DE-DD28-4803-8066-9E9647337726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ED581B-A84B-4396-8D2F-1F91BD960DCE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7F2402-0C5B-4B2A-B250-2BF8BD65A7DD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75850-89E1-4C57-94E3-213247FAA9E7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F222EE3-2612-44A8-9BEF-D194C0AE8FD3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E4AB34-B1F4-41BE-826F-575C79D2AB48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8D52A3-31ED-4554-A678-C7DEC546DD06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A6E713-D99C-4E31-AEA3-1D6B549ED6A1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A50FB9-C3F0-4933-B682-C92284B15CB0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대형 광물은 HP 텍스트를 크게 표시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FB05EB-52D7-4195-9D9C-10FEB624340A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A46905-637B-4ABA-8282-FFA7C493697F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824D5D5-6B1D-4DB9-A27E-79F6062AF572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4CE10D-7338-425F-836A-D29742B2012C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마크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986D08-F707-4D29-BCD0-DC9F4FC5731F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8BC584-DFCD-46D6-BE48-4DBC59D3F90F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조건 충족 시 즉시 등장. 서서히 페이드인 금지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6FCFA5-F7E5-4303-B92F-DCD56FCDDF6F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097A31-8B2D-4E91-AF71-9BB13993CDDC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A6A6836-A0A3-48CA-BA74-7523C9B0C62A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9F1349-4AE8-4A97-8ED1-DBB5AD149CAB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C4D7BE-648B-4907-94BB-DA543D291ED3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84C83A-4901-41C8-B460-60F5E7CED6C6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외곽과 같은 형태로 확산 후 복귀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C5513D2-FB38-42DD-A34C-D871980657B5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FCF1312-47F5-4B9C-8B83-A49C2A5D9498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4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9EAB34-59A2-49E2-80A7-EC583DEAA6A0}"/>
              </a:ext>
            </a:extLst>
          </p:cNvPr>
          <p:cNvSpPr>
            <a:spLocks noGrp="1"/>
          </p:cNvSpPr>
          <p:nvPr/>
        </p:nvSpPr>
        <p:spPr>
          <a:xfrm>
            <a:off x="6858000" y="27432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375A8A1-CE2E-4054-939A-008B2E350E5E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66AA3C5-CF11-41B3-BAD2-28F8F2F402EE}"/>
              </a:ext>
            </a:extLst>
          </p:cNvPr>
          <p:cNvSpPr>
            <a:spLocks noGrp="1"/>
          </p:cNvSpPr>
          <p:nvPr/>
        </p:nvSpPr>
        <p:spPr>
          <a:xfrm>
            <a:off x="8477250" y="27432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663C4B9-688D-4C3C-9A71-AD2DF321D19B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타격 시 즉시 반응해 명중 여부 전달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A5704D0-24E2-4A86-9E32-1598951DA10B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A88AC29-B24C-47E0-B0DE-8DA47784FB10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5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0A88EAC-72F1-4937-9C19-C7DF246A7370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7018D18-9725-442B-B7D7-4644CBED6A2D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피격 피드백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B2D62F7-3305-4E7A-9D83-986CBBEA118E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AB5BEF1-A411-45B6-A24A-2F00604692C6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91CF382-5CB4-4B79-9705-E540DF24A836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8.1. UX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8446B6F-B2D3-42F4-B9AD-64FB165DF073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0F4F70B-07CA-434B-B301-F92A30C33EE6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브레이크 남은 시간은 하단 게이지가 아니라 광물 외곽선 연출로 표현한다.</a:t>
            </a:r>
          </a:p>
        </p:txBody>
      </p:sp>
    </p:spTree>
    <p:extLst>
      <p:ext uri="{BB962C8B-B14F-4D97-AF65-F5344CB8AC3E}">
        <p14:creationId xmlns:p14="http://schemas.microsoft.com/office/powerpoint/2010/main" val="201589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1602EBC-D411-48D3-88E0-F704127B87E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9. </a:t>
            </a:r>
            <a:r>
              <a:rPr sz="2250" b="1" dirty="0" err="1">
                <a:solidFill>
                  <a:srgbClr val="1E2D4A"/>
                </a:solidFill>
              </a:rPr>
              <a:t>연출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규칙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939A4D-DB80-4799-B2C0-03B81A8672E4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A2F3DC-FB43-4EDF-8B6F-D36E661C78A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D0CBF-A610-4799-B23E-1AAB512CDA41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B7BAE3-81FF-403E-BCE8-1DB65B14D061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78CDD7-FE75-4E6B-8794-0D7669BCAD86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C73945-3EBE-4BDF-B918-0BC1700D2560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3B7475F-71F9-412E-9D4B-8A449AC8B1AA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D69646B-0A0C-4AA6-95C6-7B75C2C48293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7B45C1E-FB87-4438-9611-E7E027EB9CF1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675AA4-40BF-448C-B5D3-AD0A794B94EA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4EEE84-6AE1-41DC-A307-448B4A351251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5FF4D4F-A76E-4CFB-9821-FEBF75ACB9C2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43C9C52-6141-4746-8097-7DEC8EB2B6DF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 dirty="0" err="1">
                <a:solidFill>
                  <a:srgbClr val="202020"/>
                </a:solidFill>
              </a:rPr>
              <a:t>약점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마크가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순간적으로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반응하고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lang="ko-KR" altLang="en-US" sz="975" b="0" dirty="0">
                <a:solidFill>
                  <a:srgbClr val="202020"/>
                </a:solidFill>
              </a:rPr>
              <a:t>약점 마크의 </a:t>
            </a:r>
            <a:r>
              <a:rPr sz="975" b="0" dirty="0" err="1">
                <a:solidFill>
                  <a:srgbClr val="202020"/>
                </a:solidFill>
              </a:rPr>
              <a:t>누적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크기</a:t>
            </a:r>
            <a:r>
              <a:rPr sz="975" b="0" dirty="0">
                <a:solidFill>
                  <a:srgbClr val="202020"/>
                </a:solidFill>
              </a:rPr>
              <a:t> </a:t>
            </a:r>
            <a:r>
              <a:rPr sz="975" b="0" dirty="0" err="1">
                <a:solidFill>
                  <a:srgbClr val="202020"/>
                </a:solidFill>
              </a:rPr>
              <a:t>증가</a:t>
            </a:r>
            <a:endParaRPr sz="975" b="0" dirty="0">
              <a:solidFill>
                <a:srgbClr val="202020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092CAF-3119-4260-B752-70AEE52D0A39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29E92A-9AB0-49CD-8851-1FA3DF391573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202AB50-BFCE-471C-8438-583622657E1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FA535C-2ADB-4C1F-8689-8CA4D0E47FD4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진행도 100%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EDB0D2D-9F05-4D39-BD3A-B0E672DA3F0F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38AC8D-2ACE-4301-B6DB-E3955EF0453E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CE7382-B168-451E-AC1E-64AA5DF9BD83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4D19F25-3CC1-478C-9D13-351018F6BD8C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3870D76-124A-47EF-8DD4-2E0368F7BADD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5C0C33-EB88-488B-8758-AD0599B2E11C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F8EE13-358F-42E9-9D86-B65E33C469E7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3BBBC6-65F7-4862-9775-D8D237E1BD90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6F34F2-46FA-4195-A776-7E282BFD1A03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557C180-E000-4403-AEF4-592AA9BCC861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9990C63-34C4-41D1-A5FA-D5344E93DA05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692603-D0B2-4E99-B8A6-908EFCC934A7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4C131C5-001D-4B26-981A-B27AD5B2143E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80ABB3A-A1EC-4CE8-9300-7E1959909123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숨김 / 일반 상태 복귀</a:t>
            </a:r>
          </a:p>
        </p:txBody>
      </p:sp>
    </p:spTree>
    <p:extLst>
      <p:ext uri="{BB962C8B-B14F-4D97-AF65-F5344CB8AC3E}">
        <p14:creationId xmlns:p14="http://schemas.microsoft.com/office/powerpoint/2010/main" val="58287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EA0399F6-E272-4692-8325-64EF3C6402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B63A3CF-8C17-49CF-AF68-A1CC889F4B44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1</a:t>
            </a:r>
            <a:r>
              <a:rPr lang="en-US" sz="2250" b="1" dirty="0">
                <a:solidFill>
                  <a:srgbClr val="1E2D4A"/>
                </a:solidFill>
              </a:rPr>
              <a:t>0</a:t>
            </a:r>
            <a:r>
              <a:rPr sz="2250" b="1" dirty="0">
                <a:solidFill>
                  <a:srgbClr val="1E2D4A"/>
                </a:solidFill>
              </a:rPr>
              <a:t>. </a:t>
            </a:r>
            <a:r>
              <a:rPr sz="2250" b="1" dirty="0" err="1">
                <a:solidFill>
                  <a:srgbClr val="1E2D4A"/>
                </a:solidFill>
              </a:rPr>
              <a:t>예외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처리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B7B610-3EA7-4817-BE1B-12355B56179B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2D3161-6EC9-46B2-8AEF-3D2120661E1A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09104BE-C1EB-4AEF-B2C9-15EDC96FE78D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5EE691-2884-453C-93EC-C30830A25D9E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D1B110-CB69-4CE3-82E9-24A992DCDD93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4638C2-AAF4-4F22-BA7F-9781BE49C3B9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709F56-395F-4BC6-A489-5DA3E25BE683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460B8D-840E-4920-B9F7-408A3BE24295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DA80F4-3700-4792-ACCC-28405E464B75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EB64ABE-1110-4957-AA68-B917541D4E86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7554352-21FE-4949-8D09-53E0B24D4B17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C7B8413-7E58-40C2-A5EB-524E1FC45EF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5841E0-4816-4D65-B0AA-F7F131DCD916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28F7BC-34E0-452D-A502-D83A63F93FE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E5D58B-70EC-4880-90B0-5C3B1FCED49D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과다 이동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B6E6BC7-9F78-4527-94EF-CF43B5905EC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A1B3C11-DE71-4460-BBF6-DB7FB701EB93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위치가 너무 자주 바뀌어 피로함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FFB52F-68E2-47AD-9DE0-B20BD363DD7F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AE847E-3C08-4B4A-9EA7-BB41B4097312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6.5초 이동 주기 유지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0FDCA52-40A1-488C-852B-D786059EAE3A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89E84B4-5D08-4A2E-A5BF-FCEEC8C7B158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86858E-DBFC-47D1-B99B-C3FEDDEE67F4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48C2D9-99E0-4162-80F7-38EA2E3E65C8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221DE8D-E5C2-4920-BBB7-A0AA9EAF9C8B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2FABD8-A942-47B6-ADDA-E7AB4FC1E9D9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A8695F0-67DD-40C8-8ABB-6FDD665FE421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1E42C5-40E0-41E5-9CB4-6567ED891A4E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355118D-1720-49D2-B811-16FCC45F03C8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986F335-B452-47AC-8BD9-F06FF1B8D26B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A8D5EE1-83CE-486E-B3FA-F3893FCB7259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EBF0171-880B-4926-B5C8-025312AD1B8E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MineralBreakType enum 확인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1638A70-D4CE-4490-8B32-81D79D397789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CBEF0A2-BC6C-4D07-BFD2-A5C949DA828C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CFEC992-C588-4E17-9B04-F22CF9CEDEC9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4723E03-5BC3-4A71-B8FE-39610652D5AE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84591B8-E19F-4542-91A0-8C5E9536D1BB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1545099-F8BD-4A74-832D-2AFA21DD16D2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1340117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FC38C6F-4B96-4542-9FF3-1AA9C5823274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11. 데이터 테이블 초안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CE0238-C731-4E22-A8BF-672CF9DAC960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D9D7A-809D-4F11-BDF7-05EB97120F94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0362A4-84E5-4B56-A3C1-3BFB5A935D6B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277635-EB12-42BE-98BD-0733C0C2149B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F9BAF7-44D2-432C-AD2E-E36E02E50E8D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D1C0BB-64E8-4011-A84B-DE62256E86C9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835AF6-BA2B-496D-B339-68000F74517E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8B70C8A-F898-4ABF-869D-ECBA61F9F4FA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2DE4A51-CF69-4CED-9D3B-B947F2CC0806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6E67B5A-AA69-452F-8324-9E80D54A6507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8C8282-5E08-4262-9066-C80977F7E5E9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AE6E13-4948-48A5-B09E-BA9ACBCA6E2D}"/>
              </a:ext>
            </a:extLst>
          </p:cNvPr>
          <p:cNvSpPr>
            <a:spLocks noGrp="1"/>
          </p:cNvSpPr>
          <p:nvPr/>
        </p:nvSpPr>
        <p:spPr>
          <a:xfrm>
            <a:off x="190500" y="161925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C0E5CD-3B12-4177-AC97-09AC9D7A23AC}"/>
              </a:ext>
            </a:extLst>
          </p:cNvPr>
          <p:cNvSpPr>
            <a:spLocks noGrp="1"/>
          </p:cNvSpPr>
          <p:nvPr/>
        </p:nvSpPr>
        <p:spPr>
          <a:xfrm>
            <a:off x="247650" y="1657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011B9F-F10E-4211-9B6E-015C3E8E5D3E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A53A3A1-209F-4A3C-BFB4-041FD2D9B9FB}"/>
              </a:ext>
            </a:extLst>
          </p:cNvPr>
          <p:cNvSpPr>
            <a:spLocks noGrp="1"/>
          </p:cNvSpPr>
          <p:nvPr/>
        </p:nvSpPr>
        <p:spPr>
          <a:xfrm>
            <a:off x="32004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1816CFA-5573-4BE2-8758-B0673648BEF5}"/>
              </a:ext>
            </a:extLst>
          </p:cNvPr>
          <p:cNvSpPr>
            <a:spLocks noGrp="1"/>
          </p:cNvSpPr>
          <p:nvPr/>
        </p:nvSpPr>
        <p:spPr>
          <a:xfrm>
            <a:off x="4857750" y="161925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1FB54DA-5E0B-474A-9062-1492BD1DDBAF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29618C9-998F-49BC-A54B-829144CD67EB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AB42FE-84A2-4868-8099-CD6CC0BD8C02}"/>
              </a:ext>
            </a:extLst>
          </p:cNvPr>
          <p:cNvSpPr>
            <a:spLocks noGrp="1"/>
          </p:cNvSpPr>
          <p:nvPr/>
        </p:nvSpPr>
        <p:spPr>
          <a:xfrm>
            <a:off x="6629400" y="16573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중 데미지 배율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E9B98D3-3343-4825-91D7-B7506427E913}"/>
              </a:ext>
            </a:extLst>
          </p:cNvPr>
          <p:cNvSpPr>
            <a:spLocks noGrp="1"/>
          </p:cNvSpPr>
          <p:nvPr/>
        </p:nvSpPr>
        <p:spPr>
          <a:xfrm>
            <a:off x="190500" y="198120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B59ED6-63BD-41EB-9D80-C160AC4646DB}"/>
              </a:ext>
            </a:extLst>
          </p:cNvPr>
          <p:cNvSpPr>
            <a:spLocks noGrp="1"/>
          </p:cNvSpPr>
          <p:nvPr/>
        </p:nvSpPr>
        <p:spPr>
          <a:xfrm>
            <a:off x="247650" y="2019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93E521F-2EE6-406A-93DC-27B30E8E602F}"/>
              </a:ext>
            </a:extLst>
          </p:cNvPr>
          <p:cNvSpPr>
            <a:spLocks noGrp="1"/>
          </p:cNvSpPr>
          <p:nvPr/>
        </p:nvSpPr>
        <p:spPr>
          <a:xfrm>
            <a:off x="3143250" y="198120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2DA865C-12EF-4E15-953E-99950683754B}"/>
              </a:ext>
            </a:extLst>
          </p:cNvPr>
          <p:cNvSpPr>
            <a:spLocks noGrp="1"/>
          </p:cNvSpPr>
          <p:nvPr/>
        </p:nvSpPr>
        <p:spPr>
          <a:xfrm>
            <a:off x="32004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612D169-F200-46BA-BA23-7862286BE167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E1413B3-8378-463E-96FD-8E6BD3A091FF}"/>
              </a:ext>
            </a:extLst>
          </p:cNvPr>
          <p:cNvSpPr>
            <a:spLocks noGrp="1"/>
          </p:cNvSpPr>
          <p:nvPr/>
        </p:nvSpPr>
        <p:spPr>
          <a:xfrm>
            <a:off x="49149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5470D1A-E724-4A04-B32F-7CCAFF3BDBBB}"/>
              </a:ext>
            </a:extLst>
          </p:cNvPr>
          <p:cNvSpPr>
            <a:spLocks noGrp="1"/>
          </p:cNvSpPr>
          <p:nvPr/>
        </p:nvSpPr>
        <p:spPr>
          <a:xfrm>
            <a:off x="6572250" y="198120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AD66D6-D92B-4377-9A9A-7284F0698BA1}"/>
              </a:ext>
            </a:extLst>
          </p:cNvPr>
          <p:cNvSpPr>
            <a:spLocks noGrp="1"/>
          </p:cNvSpPr>
          <p:nvPr/>
        </p:nvSpPr>
        <p:spPr>
          <a:xfrm>
            <a:off x="6629400" y="20193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78309AB-D915-4218-AC6C-E8E956E828A1}"/>
              </a:ext>
            </a:extLst>
          </p:cNvPr>
          <p:cNvSpPr>
            <a:spLocks noGrp="1"/>
          </p:cNvSpPr>
          <p:nvPr/>
        </p:nvSpPr>
        <p:spPr>
          <a:xfrm>
            <a:off x="190500" y="234315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39CD503-E2E1-44AF-8A96-923EA78B609D}"/>
              </a:ext>
            </a:extLst>
          </p:cNvPr>
          <p:cNvSpPr>
            <a:spLocks noGrp="1"/>
          </p:cNvSpPr>
          <p:nvPr/>
        </p:nvSpPr>
        <p:spPr>
          <a:xfrm>
            <a:off x="247650" y="2381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61AE4ED-8F68-4A88-AF1C-2B2C05ACFD61}"/>
              </a:ext>
            </a:extLst>
          </p:cNvPr>
          <p:cNvSpPr>
            <a:spLocks noGrp="1"/>
          </p:cNvSpPr>
          <p:nvPr/>
        </p:nvSpPr>
        <p:spPr>
          <a:xfrm>
            <a:off x="3143250" y="234315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9AC30D0-DD7E-4CA8-9CB0-A4714FFD887D}"/>
              </a:ext>
            </a:extLst>
          </p:cNvPr>
          <p:cNvSpPr>
            <a:spLocks noGrp="1"/>
          </p:cNvSpPr>
          <p:nvPr/>
        </p:nvSpPr>
        <p:spPr>
          <a:xfrm>
            <a:off x="32004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9362377-2983-4DC4-8134-198FD601DECB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C103AE5-1FAE-4CA1-AFF0-B7923F5F9E46}"/>
              </a:ext>
            </a:extLst>
          </p:cNvPr>
          <p:cNvSpPr>
            <a:spLocks noGrp="1"/>
          </p:cNvSpPr>
          <p:nvPr/>
        </p:nvSpPr>
        <p:spPr>
          <a:xfrm>
            <a:off x="49149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8898661-682A-4DE1-9B37-86B4C2DC8736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BFEFFC4-2037-40E3-9A5A-738B0E2C46CB}"/>
              </a:ext>
            </a:extLst>
          </p:cNvPr>
          <p:cNvSpPr>
            <a:spLocks noGrp="1"/>
          </p:cNvSpPr>
          <p:nvPr/>
        </p:nvSpPr>
        <p:spPr>
          <a:xfrm>
            <a:off x="6629400" y="23812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 1타당 진행도 증가율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3D153F9-3277-4EB5-8E10-84CF8923AFD8}"/>
              </a:ext>
            </a:extLst>
          </p:cNvPr>
          <p:cNvSpPr>
            <a:spLocks noGrp="1"/>
          </p:cNvSpPr>
          <p:nvPr/>
        </p:nvSpPr>
        <p:spPr>
          <a:xfrm>
            <a:off x="190500" y="270510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E5FEF1F-9045-405F-80FA-87FBD1422A69}"/>
              </a:ext>
            </a:extLst>
          </p:cNvPr>
          <p:cNvSpPr>
            <a:spLocks noGrp="1"/>
          </p:cNvSpPr>
          <p:nvPr/>
        </p:nvSpPr>
        <p:spPr>
          <a:xfrm>
            <a:off x="247650" y="2743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5C5D13-568B-47E5-8F60-239A467034E5}"/>
              </a:ext>
            </a:extLst>
          </p:cNvPr>
          <p:cNvSpPr>
            <a:spLocks noGrp="1"/>
          </p:cNvSpPr>
          <p:nvPr/>
        </p:nvSpPr>
        <p:spPr>
          <a:xfrm>
            <a:off x="3143250" y="270510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41392E-8BBF-4FFB-863F-DD3FD2EF1BBB}"/>
              </a:ext>
            </a:extLst>
          </p:cNvPr>
          <p:cNvSpPr>
            <a:spLocks noGrp="1"/>
          </p:cNvSpPr>
          <p:nvPr/>
        </p:nvSpPr>
        <p:spPr>
          <a:xfrm>
            <a:off x="32004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FE8C6B8-5580-4364-B623-15C11B1B6E9C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A832187-A066-4632-AB3E-DA74F74CD47B}"/>
              </a:ext>
            </a:extLst>
          </p:cNvPr>
          <p:cNvSpPr>
            <a:spLocks noGrp="1"/>
          </p:cNvSpPr>
          <p:nvPr/>
        </p:nvSpPr>
        <p:spPr>
          <a:xfrm>
            <a:off x="49149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E781E2E-79CF-446D-96D4-AF4026D691A8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E8C408A-9B4E-40E3-A6B3-91412A5719B5}"/>
              </a:ext>
            </a:extLst>
          </p:cNvPr>
          <p:cNvSpPr>
            <a:spLocks noGrp="1"/>
          </p:cNvSpPr>
          <p:nvPr/>
        </p:nvSpPr>
        <p:spPr>
          <a:xfrm>
            <a:off x="6629400" y="27432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04AC9306-6049-CBBE-45F1-197E7F7EC1D7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8191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52597070-17B8-61AD-EE5D-2E3331C649C7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813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lnSpcReduction="1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7999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976194-4750-43C3-AABA-DBACEC73958C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1</a:t>
            </a:r>
            <a:r>
              <a:rPr lang="en-US" sz="2250" b="1" dirty="0">
                <a:solidFill>
                  <a:srgbClr val="1E2D4A"/>
                </a:solidFill>
              </a:rPr>
              <a:t>2</a:t>
            </a:r>
            <a:r>
              <a:rPr sz="2250" b="1" dirty="0">
                <a:solidFill>
                  <a:srgbClr val="1E2D4A"/>
                </a:solidFill>
              </a:rPr>
              <a:t>. </a:t>
            </a:r>
            <a:r>
              <a:rPr sz="2250" b="1" dirty="0" err="1">
                <a:solidFill>
                  <a:srgbClr val="1E2D4A"/>
                </a:solidFill>
              </a:rPr>
              <a:t>원작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시점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적용</a:t>
            </a:r>
            <a:r>
              <a:rPr sz="2250" b="1" dirty="0">
                <a:solidFill>
                  <a:srgbClr val="1E2D4A"/>
                </a:solidFill>
              </a:rPr>
              <a:t> 시 </a:t>
            </a:r>
            <a:r>
              <a:rPr sz="2250" b="1" dirty="0" err="1">
                <a:solidFill>
                  <a:srgbClr val="1E2D4A"/>
                </a:solidFill>
              </a:rPr>
              <a:t>고려사항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D1AD38-59DB-4A21-B1B0-260AB77B1809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2FF733-532E-403A-A9D7-D34A2055368C}"/>
              </a:ext>
            </a:extLst>
          </p:cNvPr>
          <p:cNvSpPr>
            <a:spLocks noGrp="1"/>
          </p:cNvSpPr>
          <p:nvPr/>
        </p:nvSpPr>
        <p:spPr>
          <a:xfrm>
            <a:off x="190500" y="8763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13.1. 시점 차이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410375A-819C-490C-B4DB-3DCED5796EB4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현재 프로토타입은 탑뷰 검증용이며, 실제 게임은 아이소메트릭 시점이다.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AD87110-F4D2-4149-BF80-FBB7F95533AF}"/>
              </a:ext>
            </a:extLst>
          </p:cNvPr>
          <p:cNvSpPr>
            <a:spLocks noGrp="1"/>
          </p:cNvSpPr>
          <p:nvPr/>
        </p:nvSpPr>
        <p:spPr>
          <a:xfrm>
            <a:off x="190500" y="14954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따라서 약점 마크와 브레이크 라인은 최종 적용 시 원작 시점에 맞게 재해석해야 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382A53-670A-4416-9528-D6BD8D112A51}"/>
              </a:ext>
            </a:extLst>
          </p:cNvPr>
          <p:cNvSpPr>
            <a:spLocks noGrp="1"/>
          </p:cNvSpPr>
          <p:nvPr/>
        </p:nvSpPr>
        <p:spPr>
          <a:xfrm>
            <a:off x="190500" y="2305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13.2. V2 연출 방향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73F36F-F847-4DD9-B5DD-B570849EE7F2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714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3DF381-17F0-4A50-8B47-17F862CFF48C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BC717B-7976-4676-8F9C-535193C5026B}"/>
              </a:ext>
            </a:extLst>
          </p:cNvPr>
          <p:cNvSpPr>
            <a:spLocks noGrp="1"/>
          </p:cNvSpPr>
          <p:nvPr/>
        </p:nvSpPr>
        <p:spPr>
          <a:xfrm>
            <a:off x="1905000" y="2686050"/>
            <a:ext cx="3810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A63867-C285-4333-B766-38CEA684F907}"/>
              </a:ext>
            </a:extLst>
          </p:cNvPr>
          <p:cNvSpPr>
            <a:spLocks noGrp="1"/>
          </p:cNvSpPr>
          <p:nvPr/>
        </p:nvSpPr>
        <p:spPr>
          <a:xfrm>
            <a:off x="1962150" y="27241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프로토타입 표현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1F77FC-5CFD-4CA1-8CBF-8CF9E0EBA84C}"/>
              </a:ext>
            </a:extLst>
          </p:cNvPr>
          <p:cNvSpPr>
            <a:spLocks noGrp="1"/>
          </p:cNvSpPr>
          <p:nvPr/>
        </p:nvSpPr>
        <p:spPr>
          <a:xfrm>
            <a:off x="5715000" y="2686050"/>
            <a:ext cx="5715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57CEBA-3113-4BBA-8C6B-4F80C7A7A2BC}"/>
              </a:ext>
            </a:extLst>
          </p:cNvPr>
          <p:cNvSpPr>
            <a:spLocks noGrp="1"/>
          </p:cNvSpPr>
          <p:nvPr/>
        </p:nvSpPr>
        <p:spPr>
          <a:xfrm>
            <a:off x="5772150" y="272415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050" b="1">
                <a:solidFill>
                  <a:srgbClr val="202020"/>
                </a:solidFill>
              </a:rPr>
              <a:t>원작 적용 방향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22C1DE-3145-464E-BF48-DEA78F2F0911}"/>
              </a:ext>
            </a:extLst>
          </p:cNvPr>
          <p:cNvSpPr>
            <a:spLocks noGrp="1"/>
          </p:cNvSpPr>
          <p:nvPr/>
        </p:nvSpPr>
        <p:spPr>
          <a:xfrm>
            <a:off x="190500" y="3200400"/>
            <a:ext cx="1714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B9287F-255B-4A03-9F6B-B7D3C62A702E}"/>
              </a:ext>
            </a:extLst>
          </p:cNvPr>
          <p:cNvSpPr>
            <a:spLocks noGrp="1"/>
          </p:cNvSpPr>
          <p:nvPr/>
        </p:nvSpPr>
        <p:spPr>
          <a:xfrm>
            <a:off x="247650" y="32385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27BCD9-4C43-4BC9-95B1-BE0C6E9D3959}"/>
              </a:ext>
            </a:extLst>
          </p:cNvPr>
          <p:cNvSpPr>
            <a:spLocks noGrp="1"/>
          </p:cNvSpPr>
          <p:nvPr/>
        </p:nvSpPr>
        <p:spPr>
          <a:xfrm>
            <a:off x="1905000" y="3200400"/>
            <a:ext cx="3810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BFECDA-F6A7-45FB-91FA-A0FE95C03CF6}"/>
              </a:ext>
            </a:extLst>
          </p:cNvPr>
          <p:cNvSpPr>
            <a:spLocks noGrp="1"/>
          </p:cNvSpPr>
          <p:nvPr/>
        </p:nvSpPr>
        <p:spPr>
          <a:xfrm>
            <a:off x="1962150" y="323850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X 마크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3314076-16E9-468C-9946-04F682C58EBB}"/>
              </a:ext>
            </a:extLst>
          </p:cNvPr>
          <p:cNvSpPr>
            <a:spLocks noGrp="1"/>
          </p:cNvSpPr>
          <p:nvPr/>
        </p:nvSpPr>
        <p:spPr>
          <a:xfrm>
            <a:off x="5715000" y="3200400"/>
            <a:ext cx="5715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FAD9F2-F6FF-4EC9-BE46-D93746E185E9}"/>
              </a:ext>
            </a:extLst>
          </p:cNvPr>
          <p:cNvSpPr>
            <a:spLocks noGrp="1"/>
          </p:cNvSpPr>
          <p:nvPr/>
        </p:nvSpPr>
        <p:spPr>
          <a:xfrm>
            <a:off x="5772150" y="323850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표면 균열 / 발광 / 파편으로 자연화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66DB61-EFFA-4781-997E-7F25A7459C17}"/>
              </a:ext>
            </a:extLst>
          </p:cNvPr>
          <p:cNvSpPr>
            <a:spLocks noGrp="1"/>
          </p:cNvSpPr>
          <p:nvPr/>
        </p:nvSpPr>
        <p:spPr>
          <a:xfrm>
            <a:off x="190500" y="3714750"/>
            <a:ext cx="1714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3FE815-1066-4286-AA4A-1A8A03A0E861}"/>
              </a:ext>
            </a:extLst>
          </p:cNvPr>
          <p:cNvSpPr>
            <a:spLocks noGrp="1"/>
          </p:cNvSpPr>
          <p:nvPr/>
        </p:nvSpPr>
        <p:spPr>
          <a:xfrm>
            <a:off x="247650" y="37528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CF50F7-3BEE-4916-AA05-602F8B2FBAF6}"/>
              </a:ext>
            </a:extLst>
          </p:cNvPr>
          <p:cNvSpPr>
            <a:spLocks noGrp="1"/>
          </p:cNvSpPr>
          <p:nvPr/>
        </p:nvSpPr>
        <p:spPr>
          <a:xfrm>
            <a:off x="1905000" y="3714750"/>
            <a:ext cx="3810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CC6EF5-DA92-4D3C-B30A-651C3FC0A54C}"/>
              </a:ext>
            </a:extLst>
          </p:cNvPr>
          <p:cNvSpPr>
            <a:spLocks noGrp="1"/>
          </p:cNvSpPr>
          <p:nvPr/>
        </p:nvSpPr>
        <p:spPr>
          <a:xfrm>
            <a:off x="1962150" y="37528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외곽선 확산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3381C2E-4D0B-47A8-A20C-C0732E8FA9C7}"/>
              </a:ext>
            </a:extLst>
          </p:cNvPr>
          <p:cNvSpPr>
            <a:spLocks noGrp="1"/>
          </p:cNvSpPr>
          <p:nvPr/>
        </p:nvSpPr>
        <p:spPr>
          <a:xfrm>
            <a:off x="5715000" y="3714750"/>
            <a:ext cx="5715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F4875F-04DC-438A-B56A-170616CF0993}"/>
              </a:ext>
            </a:extLst>
          </p:cNvPr>
          <p:cNvSpPr>
            <a:spLocks noGrp="1"/>
          </p:cNvSpPr>
          <p:nvPr/>
        </p:nvSpPr>
        <p:spPr>
          <a:xfrm>
            <a:off x="5772150" y="375285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표면 발광, 파편, 카메라/타격 피드백 중심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A9FA201-F3B5-4597-BA90-A157E77F9007}"/>
              </a:ext>
            </a:extLst>
          </p:cNvPr>
          <p:cNvSpPr>
            <a:spLocks noGrp="1"/>
          </p:cNvSpPr>
          <p:nvPr/>
        </p:nvSpPr>
        <p:spPr>
          <a:xfrm>
            <a:off x="190500" y="4229100"/>
            <a:ext cx="1714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D9A451-DB77-4A87-9367-97A4F4D7F972}"/>
              </a:ext>
            </a:extLst>
          </p:cNvPr>
          <p:cNvSpPr>
            <a:spLocks noGrp="1"/>
          </p:cNvSpPr>
          <p:nvPr/>
        </p:nvSpPr>
        <p:spPr>
          <a:xfrm>
            <a:off x="247650" y="426720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피격 반응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3CA440B-E670-46AB-81CD-F975086F0C7B}"/>
              </a:ext>
            </a:extLst>
          </p:cNvPr>
          <p:cNvSpPr>
            <a:spLocks noGrp="1"/>
          </p:cNvSpPr>
          <p:nvPr/>
        </p:nvSpPr>
        <p:spPr>
          <a:xfrm>
            <a:off x="1905000" y="4229100"/>
            <a:ext cx="3810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7B70D4A-6E4F-42EA-8130-92E18C7D3E9F}"/>
              </a:ext>
            </a:extLst>
          </p:cNvPr>
          <p:cNvSpPr>
            <a:spLocks noGrp="1"/>
          </p:cNvSpPr>
          <p:nvPr/>
        </p:nvSpPr>
        <p:spPr>
          <a:xfrm>
            <a:off x="1962150" y="426720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본체 스케일 연출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835553-D8FD-471F-856C-6F138367A67B}"/>
              </a:ext>
            </a:extLst>
          </p:cNvPr>
          <p:cNvSpPr>
            <a:spLocks noGrp="1"/>
          </p:cNvSpPr>
          <p:nvPr/>
        </p:nvSpPr>
        <p:spPr>
          <a:xfrm>
            <a:off x="5715000" y="4229100"/>
            <a:ext cx="5715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34F337-3315-47EF-B56D-E7DC921FC538}"/>
              </a:ext>
            </a:extLst>
          </p:cNvPr>
          <p:cNvSpPr>
            <a:spLocks noGrp="1"/>
          </p:cNvSpPr>
          <p:nvPr/>
        </p:nvSpPr>
        <p:spPr>
          <a:xfrm>
            <a:off x="5772150" y="426720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표면 충격, 파편, 사운드와 연계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61780BE-0A32-4887-85D1-605A90956930}"/>
              </a:ext>
            </a:extLst>
          </p:cNvPr>
          <p:cNvSpPr>
            <a:spLocks noGrp="1"/>
          </p:cNvSpPr>
          <p:nvPr/>
        </p:nvSpPr>
        <p:spPr>
          <a:xfrm>
            <a:off x="190500" y="4743450"/>
            <a:ext cx="1714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087EF9-313C-41AD-B7FE-A92DE221D897}"/>
              </a:ext>
            </a:extLst>
          </p:cNvPr>
          <p:cNvSpPr>
            <a:spLocks noGrp="1"/>
          </p:cNvSpPr>
          <p:nvPr/>
        </p:nvSpPr>
        <p:spPr>
          <a:xfrm>
            <a:off x="247650" y="4781550"/>
            <a:ext cx="1600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타입 적용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F21FF6F-89C2-4025-B28A-B19C8DCE6E27}"/>
              </a:ext>
            </a:extLst>
          </p:cNvPr>
          <p:cNvSpPr>
            <a:spLocks noGrp="1"/>
          </p:cNvSpPr>
          <p:nvPr/>
        </p:nvSpPr>
        <p:spPr>
          <a:xfrm>
            <a:off x="1905000" y="4743450"/>
            <a:ext cx="3810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377279-7213-4569-BAB4-5330F8F1D472}"/>
              </a:ext>
            </a:extLst>
          </p:cNvPr>
          <p:cNvSpPr>
            <a:spLocks noGrp="1"/>
          </p:cNvSpPr>
          <p:nvPr/>
        </p:nvSpPr>
        <p:spPr>
          <a:xfrm>
            <a:off x="1962150" y="4781550"/>
            <a:ext cx="3695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프로토타입 조건 분기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B37889-5522-4A96-BB43-D2B680A38F9C}"/>
              </a:ext>
            </a:extLst>
          </p:cNvPr>
          <p:cNvSpPr>
            <a:spLocks noGrp="1"/>
          </p:cNvSpPr>
          <p:nvPr/>
        </p:nvSpPr>
        <p:spPr>
          <a:xfrm>
            <a:off x="5715000" y="4743450"/>
            <a:ext cx="5715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952B75-6BA9-4562-83C3-A4F89CF25795}"/>
              </a:ext>
            </a:extLst>
          </p:cNvPr>
          <p:cNvSpPr>
            <a:spLocks noGrp="1"/>
          </p:cNvSpPr>
          <p:nvPr/>
        </p:nvSpPr>
        <p:spPr>
          <a:xfrm>
            <a:off x="5772150" y="4781550"/>
            <a:ext cx="5600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975" b="0">
                <a:solidFill>
                  <a:srgbClr val="202020"/>
                </a:solidFill>
              </a:rPr>
              <a:t>광물 데이터 enum 기반으로 연출 대상 지정</a:t>
            </a:r>
          </a:p>
        </p:txBody>
      </p:sp>
    </p:spTree>
    <p:extLst>
      <p:ext uri="{BB962C8B-B14F-4D97-AF65-F5344CB8AC3E}">
        <p14:creationId xmlns:p14="http://schemas.microsoft.com/office/powerpoint/2010/main" val="7968446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1005</Words>
  <Application>Microsoft Office PowerPoint</Application>
  <DocSecurity>0</DocSecurity>
  <PresentationFormat>와이드스크린</PresentationFormat>
  <Paragraphs>222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2026-04-23T14:39:18Z</dcterms:created>
  <dcterms:modified xsi:type="dcterms:W3CDTF">2026-04-24T08:46:12Z</dcterms:modified>
</cp:coreProperties>
</file>