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CBE491-F754-43BB-85E2-019DA971B60E}" v="17" dt="2026-04-24T09:22:13.9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대승 고" userId="8296c006db2f14ee" providerId="LiveId" clId="{F997F1B9-429E-4192-954F-F4CED232CDE9}"/>
    <pc:docChg chg="undo redo custSel addSld delSld modSld">
      <pc:chgData name="대승 고" userId="8296c006db2f14ee" providerId="LiveId" clId="{F997F1B9-429E-4192-954F-F4CED232CDE9}" dt="2026-04-24T09:25:25.885" v="2693" actId="403"/>
      <pc:docMkLst>
        <pc:docMk/>
      </pc:docMkLst>
      <pc:sldChg chg="delSp modSp mod">
        <pc:chgData name="대승 고" userId="8296c006db2f14ee" providerId="LiveId" clId="{F997F1B9-429E-4192-954F-F4CED232CDE9}" dt="2026-04-24T09:01:08.287" v="1863" actId="6549"/>
        <pc:sldMkLst>
          <pc:docMk/>
          <pc:sldMk cId="1527219558" sldId="256"/>
        </pc:sldMkLst>
        <pc:spChg chg="mod">
          <ac:chgData name="대승 고" userId="8296c006db2f14ee" providerId="LiveId" clId="{F997F1B9-429E-4192-954F-F4CED232CDE9}" dt="2026-04-24T09:01:08.287" v="1863" actId="6549"/>
          <ac:spMkLst>
            <pc:docMk/>
            <pc:sldMk cId="1527219558" sldId="256"/>
            <ac:spMk id="2" creationId="{57783F4B-1273-48E8-B12C-6E93D67F3AC3}"/>
          </ac:spMkLst>
        </pc:spChg>
        <pc:spChg chg="del">
          <ac:chgData name="대승 고" userId="8296c006db2f14ee" providerId="LiveId" clId="{F997F1B9-429E-4192-954F-F4CED232CDE9}" dt="2026-04-24T08:30:02.429" v="587" actId="478"/>
          <ac:spMkLst>
            <pc:docMk/>
            <pc:sldMk cId="1527219558" sldId="256"/>
            <ac:spMk id="3" creationId="{855638ED-10B5-43E8-A23E-6EB328443C45}"/>
          </ac:spMkLst>
        </pc:spChg>
        <pc:spChg chg="del">
          <ac:chgData name="대승 고" userId="8296c006db2f14ee" providerId="LiveId" clId="{F997F1B9-429E-4192-954F-F4CED232CDE9}" dt="2026-04-24T04:59:33.352" v="12" actId="478"/>
          <ac:spMkLst>
            <pc:docMk/>
            <pc:sldMk cId="1527219558" sldId="256"/>
            <ac:spMk id="4" creationId="{0C2FDC39-5A87-49BE-B604-ECDB383621D4}"/>
          </ac:spMkLst>
        </pc:spChg>
      </pc:sldChg>
      <pc:sldChg chg="delSp modSp mod">
        <pc:chgData name="대승 고" userId="8296c006db2f14ee" providerId="LiveId" clId="{F997F1B9-429E-4192-954F-F4CED232CDE9}" dt="2026-04-24T09:09:37.030" v="1926" actId="403"/>
        <pc:sldMkLst>
          <pc:docMk/>
          <pc:sldMk cId="525846558" sldId="257"/>
        </pc:sldMkLst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4" creationId="{2632B403-9912-4D50-A713-BEDF04374B35}"/>
          </ac:spMkLst>
        </pc:spChg>
        <pc:spChg chg="mod">
          <ac:chgData name="대승 고" userId="8296c006db2f14ee" providerId="LiveId" clId="{F997F1B9-429E-4192-954F-F4CED232CDE9}" dt="2026-04-24T09:06:30.619" v="1868"/>
          <ac:spMkLst>
            <pc:docMk/>
            <pc:sldMk cId="525846558" sldId="257"/>
            <ac:spMk id="5" creationId="{B73C6442-A4D7-404B-8A6D-86DE3A4059E9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6" creationId="{18820293-8214-48F0-B795-1FACFAC2FF1F}"/>
          </ac:spMkLst>
        </pc:spChg>
        <pc:spChg chg="mod">
          <ac:chgData name="대승 고" userId="8296c006db2f14ee" providerId="LiveId" clId="{F997F1B9-429E-4192-954F-F4CED232CDE9}" dt="2026-04-24T05:00:13.121" v="23" actId="6549"/>
          <ac:spMkLst>
            <pc:docMk/>
            <pc:sldMk cId="525846558" sldId="257"/>
            <ac:spMk id="7" creationId="{6938380F-2D1C-4FC5-B735-4F6DE7E4A0B3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9" creationId="{E5625521-CB52-47C4-9F7D-79775DAF0EA2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0" creationId="{DB1BD790-6C30-4955-9DE4-7503F7AD5F23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1" creationId="{E07BF92A-33D6-4CAF-BB8B-6F8D5FBDA62C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2" creationId="{64594842-F7FD-42B2-9F6F-C56A4D6DC0AD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3" creationId="{C487C1A7-1A04-4403-A504-D7457AD30488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4" creationId="{BE4D00D1-A5A8-4731-9A26-61762EC32127}"/>
          </ac:spMkLst>
        </pc:spChg>
        <pc:spChg chg="mod">
          <ac:chgData name="대승 고" userId="8296c006db2f14ee" providerId="LiveId" clId="{F997F1B9-429E-4192-954F-F4CED232CDE9}" dt="2026-04-24T05:01:19.075" v="41" actId="6549"/>
          <ac:spMkLst>
            <pc:docMk/>
            <pc:sldMk cId="525846558" sldId="257"/>
            <ac:spMk id="15" creationId="{3266E56E-E7DA-4B6D-B66D-3C60B9A64892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6" creationId="{F99CE827-9FA9-4EE7-8A72-A454713AE204}"/>
          </ac:spMkLst>
        </pc:spChg>
        <pc:spChg chg="del">
          <ac:chgData name="대승 고" userId="8296c006db2f14ee" providerId="LiveId" clId="{F997F1B9-429E-4192-954F-F4CED232CDE9}" dt="2026-04-24T05:01:21.214" v="42" actId="478"/>
          <ac:spMkLst>
            <pc:docMk/>
            <pc:sldMk cId="525846558" sldId="257"/>
            <ac:spMk id="17" creationId="{93C4C6F8-CD9E-4800-A578-E62B7E6539B8}"/>
          </ac:spMkLst>
        </pc:spChg>
        <pc:spChg chg="mod">
          <ac:chgData name="대승 고" userId="8296c006db2f14ee" providerId="LiveId" clId="{F997F1B9-429E-4192-954F-F4CED232CDE9}" dt="2026-04-24T09:09:37.030" v="1926" actId="403"/>
          <ac:spMkLst>
            <pc:docMk/>
            <pc:sldMk cId="525846558" sldId="257"/>
            <ac:spMk id="18" creationId="{38E7B01F-C386-48C4-A4E4-215494F98436}"/>
          </ac:spMkLst>
        </pc:spChg>
        <pc:spChg chg="del">
          <ac:chgData name="대승 고" userId="8296c006db2f14ee" providerId="LiveId" clId="{F997F1B9-429E-4192-954F-F4CED232CDE9}" dt="2026-04-24T04:59:37.109" v="13" actId="478"/>
          <ac:spMkLst>
            <pc:docMk/>
            <pc:sldMk cId="525846558" sldId="257"/>
            <ac:spMk id="19" creationId="{0C2FDC39-5A87-49BE-B604-ECDB383621D4}"/>
          </ac:spMkLst>
        </pc:spChg>
      </pc:sldChg>
      <pc:sldChg chg="delSp modSp mod">
        <pc:chgData name="대승 고" userId="8296c006db2f14ee" providerId="LiveId" clId="{F997F1B9-429E-4192-954F-F4CED232CDE9}" dt="2026-04-24T09:07:58.865" v="1870" actId="403"/>
        <pc:sldMkLst>
          <pc:docMk/>
          <pc:sldMk cId="393132454" sldId="258"/>
        </pc:sldMkLst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4" creationId="{69FD2C99-DF39-465D-9A61-53D0951DBBE5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8" creationId="{24E5C148-2BC4-4C09-A737-07CF3DD537E9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9" creationId="{BA6C2D8E-49B7-4D70-A04B-DDAAB5E1678D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0" creationId="{54DBE986-8374-488F-A29A-5F70E62FA54B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1" creationId="{7E705DCA-D6DB-4A40-99A3-5626B82B5C85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2" creationId="{EDFF4EA4-C696-4B0E-9789-FD6CDDE79D5A}"/>
          </ac:spMkLst>
        </pc:spChg>
        <pc:spChg chg="mod">
          <ac:chgData name="대승 고" userId="8296c006db2f14ee" providerId="LiveId" clId="{F997F1B9-429E-4192-954F-F4CED232CDE9}" dt="2026-04-24T05:05:34.808" v="431" actId="20577"/>
          <ac:spMkLst>
            <pc:docMk/>
            <pc:sldMk cId="393132454" sldId="258"/>
            <ac:spMk id="13" creationId="{3A0E9971-3A7C-469A-BDAE-49E1E3D83285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5" creationId="{FAA6DD05-A3E0-4DFF-8734-4DAD075EBBC9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6" creationId="{97A6D0A0-6887-40BA-A15B-F572EDDF420C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17" creationId="{71199911-3032-4CF2-AF49-8751BFA83ED8}"/>
          </ac:spMkLst>
        </pc:spChg>
        <pc:spChg chg="mod">
          <ac:chgData name="대승 고" userId="8296c006db2f14ee" providerId="LiveId" clId="{F997F1B9-429E-4192-954F-F4CED232CDE9}" dt="2026-04-24T09:07:30.265" v="1869" actId="6549"/>
          <ac:spMkLst>
            <pc:docMk/>
            <pc:sldMk cId="393132454" sldId="258"/>
            <ac:spMk id="19" creationId="{FFB01960-49F0-4F42-ADDF-C64A4E425ADF}"/>
          </ac:spMkLst>
        </pc:spChg>
        <pc:spChg chg="mod">
          <ac:chgData name="대승 고" userId="8296c006db2f14ee" providerId="LiveId" clId="{F997F1B9-429E-4192-954F-F4CED232CDE9}" dt="2026-04-24T05:04:05.094" v="246" actId="6549"/>
          <ac:spMkLst>
            <pc:docMk/>
            <pc:sldMk cId="393132454" sldId="258"/>
            <ac:spMk id="21" creationId="{28B71A1E-7512-440F-B4F9-7BF6E5560BF2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2" creationId="{0AAD7C3D-A6F6-4748-B320-E43D3F850643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3" creationId="{D66CB521-CF15-4290-823C-CD041643AFC1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4" creationId="{C8191C47-32E1-46ED-A54C-5FAAA70EE281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5" creationId="{7F3BEA09-5BA8-4F0E-A226-3E16444E6A4C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6" creationId="{9D764923-EBE5-4A72-AD33-37C5D777E8AC}"/>
          </ac:spMkLst>
        </pc:spChg>
        <pc:spChg chg="del">
          <ac:chgData name="대승 고" userId="8296c006db2f14ee" providerId="LiveId" clId="{F997F1B9-429E-4192-954F-F4CED232CDE9}" dt="2026-04-24T05:01:52.864" v="66" actId="478"/>
          <ac:spMkLst>
            <pc:docMk/>
            <pc:sldMk cId="393132454" sldId="258"/>
            <ac:spMk id="27" creationId="{E9FB6651-317B-4201-9D20-5703EF11DE48}"/>
          </ac:spMkLst>
        </pc:spChg>
        <pc:spChg chg="mod">
          <ac:chgData name="대승 고" userId="8296c006db2f14ee" providerId="LiveId" clId="{F997F1B9-429E-4192-954F-F4CED232CDE9}" dt="2026-04-24T09:07:58.865" v="1870" actId="403"/>
          <ac:spMkLst>
            <pc:docMk/>
            <pc:sldMk cId="393132454" sldId="258"/>
            <ac:spMk id="28" creationId="{053A35F8-DE08-495C-AB2F-954EC1FF6E3B}"/>
          </ac:spMkLst>
        </pc:spChg>
        <pc:spChg chg="mod">
          <ac:chgData name="대승 고" userId="8296c006db2f14ee" providerId="LiveId" clId="{F997F1B9-429E-4192-954F-F4CED232CDE9}" dt="2026-04-24T05:02:03.991" v="76" actId="1076"/>
          <ac:spMkLst>
            <pc:docMk/>
            <pc:sldMk cId="393132454" sldId="258"/>
            <ac:spMk id="29" creationId="{27D416A3-FC46-4674-8917-6471F3566D1F}"/>
          </ac:spMkLst>
        </pc:spChg>
        <pc:spChg chg="mod">
          <ac:chgData name="대승 고" userId="8296c006db2f14ee" providerId="LiveId" clId="{F997F1B9-429E-4192-954F-F4CED232CDE9}" dt="2026-04-24T05:02:03.991" v="76" actId="1076"/>
          <ac:spMkLst>
            <pc:docMk/>
            <pc:sldMk cId="393132454" sldId="258"/>
            <ac:spMk id="30" creationId="{7C40398F-04D5-4C75-967D-05AFC8CBE9AC}"/>
          </ac:spMkLst>
        </pc:spChg>
        <pc:spChg chg="mod">
          <ac:chgData name="대승 고" userId="8296c006db2f14ee" providerId="LiveId" clId="{F997F1B9-429E-4192-954F-F4CED232CDE9}" dt="2026-04-24T05:04:52.271" v="372" actId="20577"/>
          <ac:spMkLst>
            <pc:docMk/>
            <pc:sldMk cId="393132454" sldId="258"/>
            <ac:spMk id="31" creationId="{E6E7A74C-60AA-4FB8-B7FF-9174571FA0A8}"/>
          </ac:spMkLst>
        </pc:spChg>
        <pc:spChg chg="mod">
          <ac:chgData name="대승 고" userId="8296c006db2f14ee" providerId="LiveId" clId="{F997F1B9-429E-4192-954F-F4CED232CDE9}" dt="2026-04-24T05:02:03.991" v="76" actId="1076"/>
          <ac:spMkLst>
            <pc:docMk/>
            <pc:sldMk cId="393132454" sldId="258"/>
            <ac:spMk id="32" creationId="{AFFE3923-E79A-4399-ACCC-DA1A509CE393}"/>
          </ac:spMkLst>
        </pc:spChg>
        <pc:spChg chg="mod">
          <ac:chgData name="대승 고" userId="8296c006db2f14ee" providerId="LiveId" clId="{F997F1B9-429E-4192-954F-F4CED232CDE9}" dt="2026-04-24T05:02:03.991" v="76" actId="1076"/>
          <ac:spMkLst>
            <pc:docMk/>
            <pc:sldMk cId="393132454" sldId="258"/>
            <ac:spMk id="33" creationId="{117E1B44-12DB-4EBE-B9A9-7BC32BB725FD}"/>
          </ac:spMkLst>
        </pc:spChg>
        <pc:spChg chg="del">
          <ac:chgData name="대승 고" userId="8296c006db2f14ee" providerId="LiveId" clId="{F997F1B9-429E-4192-954F-F4CED232CDE9}" dt="2026-04-24T05:02:07.666" v="77" actId="478"/>
          <ac:spMkLst>
            <pc:docMk/>
            <pc:sldMk cId="393132454" sldId="258"/>
            <ac:spMk id="34" creationId="{6BC382B0-982D-49C4-91AC-05D2821B655D}"/>
          </ac:spMkLst>
        </pc:spChg>
        <pc:spChg chg="del">
          <ac:chgData name="대승 고" userId="8296c006db2f14ee" providerId="LiveId" clId="{F997F1B9-429E-4192-954F-F4CED232CDE9}" dt="2026-04-24T05:02:07.666" v="77" actId="478"/>
          <ac:spMkLst>
            <pc:docMk/>
            <pc:sldMk cId="393132454" sldId="258"/>
            <ac:spMk id="35" creationId="{0674BED8-54FC-43DF-BA48-6734AF3CCE5D}"/>
          </ac:spMkLst>
        </pc:spChg>
        <pc:spChg chg="del">
          <ac:chgData name="대승 고" userId="8296c006db2f14ee" providerId="LiveId" clId="{F997F1B9-429E-4192-954F-F4CED232CDE9}" dt="2026-04-24T05:02:07.666" v="77" actId="478"/>
          <ac:spMkLst>
            <pc:docMk/>
            <pc:sldMk cId="393132454" sldId="258"/>
            <ac:spMk id="36" creationId="{871045BC-4D5B-4A62-BC5F-D9AEAB81F29C}"/>
          </ac:spMkLst>
        </pc:spChg>
        <pc:spChg chg="del">
          <ac:chgData name="대승 고" userId="8296c006db2f14ee" providerId="LiveId" clId="{F997F1B9-429E-4192-954F-F4CED232CDE9}" dt="2026-04-24T05:01:57.142" v="67" actId="478"/>
          <ac:spMkLst>
            <pc:docMk/>
            <pc:sldMk cId="393132454" sldId="258"/>
            <ac:spMk id="37" creationId="{0C2FDC39-5A87-49BE-B604-ECDB383621D4}"/>
          </ac:spMkLst>
        </pc:spChg>
      </pc:sldChg>
      <pc:sldChg chg="addSp delSp modSp mod">
        <pc:chgData name="대승 고" userId="8296c006db2f14ee" providerId="LiveId" clId="{F997F1B9-429E-4192-954F-F4CED232CDE9}" dt="2026-04-24T09:23:20.737" v="2685" actId="20577"/>
        <pc:sldMkLst>
          <pc:docMk/>
          <pc:sldMk cId="1914450675" sldId="259"/>
        </pc:sldMkLst>
        <pc:spChg chg="mod">
          <ac:chgData name="대승 고" userId="8296c006db2f14ee" providerId="LiveId" clId="{F997F1B9-429E-4192-954F-F4CED232CDE9}" dt="2026-04-24T09:08:29.025" v="1920" actId="20577"/>
          <ac:spMkLst>
            <pc:docMk/>
            <pc:sldMk cId="1914450675" sldId="259"/>
            <ac:spMk id="2" creationId="{946A97D7-9997-47B9-8DEE-859FFE645D06}"/>
          </ac:spMkLst>
        </pc:spChg>
        <pc:spChg chg="mod">
          <ac:chgData name="대승 고" userId="8296c006db2f14ee" providerId="LiveId" clId="{F997F1B9-429E-4192-954F-F4CED232CDE9}" dt="2026-04-24T09:17:50.773" v="2299" actId="255"/>
          <ac:spMkLst>
            <pc:docMk/>
            <pc:sldMk cId="1914450675" sldId="259"/>
            <ac:spMk id="4" creationId="{E2E76F12-75CC-464B-85E5-C945114FEF7E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6" creationId="{76C8D893-663C-43BE-BA0F-5440BD26FEC5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7" creationId="{EE8DF122-B47A-419D-950C-0DBE13156C5D}"/>
          </ac:spMkLst>
        </pc:spChg>
        <pc:spChg chg="mod">
          <ac:chgData name="대승 고" userId="8296c006db2f14ee" providerId="LiveId" clId="{F997F1B9-429E-4192-954F-F4CED232CDE9}" dt="2026-04-24T08:39:02.039" v="618" actId="20577"/>
          <ac:spMkLst>
            <pc:docMk/>
            <pc:sldMk cId="1914450675" sldId="259"/>
            <ac:spMk id="8" creationId="{03447D16-4757-457F-941A-79E1C0D48C66}"/>
          </ac:spMkLst>
        </pc:spChg>
        <pc:spChg chg="mod">
          <ac:chgData name="대승 고" userId="8296c006db2f14ee" providerId="LiveId" clId="{F997F1B9-429E-4192-954F-F4CED232CDE9}" dt="2026-04-24T08:39:16.075" v="620" actId="1076"/>
          <ac:spMkLst>
            <pc:docMk/>
            <pc:sldMk cId="1914450675" sldId="259"/>
            <ac:spMk id="9" creationId="{CFB7437C-ADC6-4DE7-8C2D-FA36754C4552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10" creationId="{06F0D652-45BA-46E8-ABC4-1C30012115C8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11" creationId="{7E74E6F6-C073-4D11-8A59-443C3699A446}"/>
          </ac:spMkLst>
        </pc:spChg>
        <pc:spChg chg="mod">
          <ac:chgData name="대승 고" userId="8296c006db2f14ee" providerId="LiveId" clId="{F997F1B9-429E-4192-954F-F4CED232CDE9}" dt="2026-04-24T08:43:15.735" v="1110" actId="20577"/>
          <ac:spMkLst>
            <pc:docMk/>
            <pc:sldMk cId="1914450675" sldId="259"/>
            <ac:spMk id="12" creationId="{9FF3A05D-80EC-4FDD-BDE7-598247CC414D}"/>
          </ac:spMkLst>
        </pc:spChg>
        <pc:spChg chg="mod">
          <ac:chgData name="대승 고" userId="8296c006db2f14ee" providerId="LiveId" clId="{F997F1B9-429E-4192-954F-F4CED232CDE9}" dt="2026-04-24T08:39:16.075" v="620" actId="1076"/>
          <ac:spMkLst>
            <pc:docMk/>
            <pc:sldMk cId="1914450675" sldId="259"/>
            <ac:spMk id="16" creationId="{D00D9CD5-B22E-4497-863B-01B666844B4D}"/>
          </ac:spMkLst>
        </pc:spChg>
        <pc:spChg chg="mod">
          <ac:chgData name="대승 고" userId="8296c006db2f14ee" providerId="LiveId" clId="{F997F1B9-429E-4192-954F-F4CED232CDE9}" dt="2026-04-24T08:40:44.558" v="741" actId="1076"/>
          <ac:spMkLst>
            <pc:docMk/>
            <pc:sldMk cId="1914450675" sldId="259"/>
            <ac:spMk id="17" creationId="{7DA1FA5A-EF63-45D7-B7A1-FBF8F78EA6C8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18" creationId="{2FC653F4-7D09-43B3-8CD0-335883697863}"/>
          </ac:spMkLst>
        </pc:spChg>
        <pc:spChg chg="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20" creationId="{5F3757F1-32DB-445B-91D8-5A5F3D805647}"/>
          </ac:spMkLst>
        </pc:spChg>
        <pc:spChg chg="mod">
          <ac:chgData name="대승 고" userId="8296c006db2f14ee" providerId="LiveId" clId="{F997F1B9-429E-4192-954F-F4CED232CDE9}" dt="2026-04-24T08:40:44.558" v="741" actId="1076"/>
          <ac:spMkLst>
            <pc:docMk/>
            <pc:sldMk cId="1914450675" sldId="259"/>
            <ac:spMk id="21" creationId="{67B03F64-0816-42B5-875C-47E8ED5AF429}"/>
          </ac:spMkLst>
        </pc:spChg>
        <pc:spChg chg="mod">
          <ac:chgData name="대승 고" userId="8296c006db2f14ee" providerId="LiveId" clId="{F997F1B9-429E-4192-954F-F4CED232CDE9}" dt="2026-04-24T08:41:56.302" v="997" actId="6549"/>
          <ac:spMkLst>
            <pc:docMk/>
            <pc:sldMk cId="1914450675" sldId="259"/>
            <ac:spMk id="22" creationId="{4B9FAD32-AC64-4867-A015-FB25252D5D6D}"/>
          </ac:spMkLst>
        </pc:spChg>
        <pc:spChg chg="add mod">
          <ac:chgData name="대승 고" userId="8296c006db2f14ee" providerId="LiveId" clId="{F997F1B9-429E-4192-954F-F4CED232CDE9}" dt="2026-04-24T09:23:20.737" v="2685" actId="20577"/>
          <ac:spMkLst>
            <pc:docMk/>
            <pc:sldMk cId="1914450675" sldId="259"/>
            <ac:spMk id="23" creationId="{00233C87-1D48-873D-36BA-6E4D47327792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3" creationId="{632D635B-294F-4C20-AAF3-E31E5ECAF86F}"/>
          </ac:spMkLst>
        </pc:spChg>
        <pc:spChg chg="add mod">
          <ac:chgData name="대승 고" userId="8296c006db2f14ee" providerId="LiveId" clId="{F997F1B9-429E-4192-954F-F4CED232CDE9}" dt="2026-04-24T09:22:13.999" v="2512" actId="571"/>
          <ac:spMkLst>
            <pc:docMk/>
            <pc:sldMk cId="1914450675" sldId="259"/>
            <ac:spMk id="24" creationId="{516E7960-F514-C091-2A52-5973AAA019A7}"/>
          </ac:spMkLst>
        </pc:spChg>
        <pc:spChg chg="del mod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4" creationId="{F3A2E75E-BCC9-4579-B636-57759D17608A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5" creationId="{7AE180C7-F956-464D-A876-ABDE340290CD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6" creationId="{B351610D-0653-4FF5-8264-6FDB2B243443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7" creationId="{34D8B380-6ECC-4F00-BEAF-9C4C24B53337}"/>
          </ac:spMkLst>
        </pc:spChg>
        <pc:spChg chg="del">
          <ac:chgData name="대승 고" userId="8296c006db2f14ee" providerId="LiveId" clId="{F997F1B9-429E-4192-954F-F4CED232CDE9}" dt="2026-04-24T08:40:33.822" v="739" actId="478"/>
          <ac:spMkLst>
            <pc:docMk/>
            <pc:sldMk cId="1914450675" sldId="259"/>
            <ac:spMk id="28" creationId="{2A94A00E-5D3E-42C1-AB4B-2F90FA8A768D}"/>
          </ac:spMkLst>
        </pc:spChg>
        <pc:spChg chg="mod">
          <ac:chgData name="대승 고" userId="8296c006db2f14ee" providerId="LiveId" clId="{F997F1B9-429E-4192-954F-F4CED232CDE9}" dt="2026-04-24T09:18:04.190" v="2301" actId="255"/>
          <ac:spMkLst>
            <pc:docMk/>
            <pc:sldMk cId="1914450675" sldId="259"/>
            <ac:spMk id="29" creationId="{38B4E727-9A67-42A8-A8CE-274EA6FE2D2B}"/>
          </ac:spMkLst>
        </pc:spChg>
        <pc:spChg chg="mod">
          <ac:chgData name="대승 고" userId="8296c006db2f14ee" providerId="LiveId" clId="{F997F1B9-429E-4192-954F-F4CED232CDE9}" dt="2026-04-24T09:21:16.051" v="2511" actId="20577"/>
          <ac:spMkLst>
            <pc:docMk/>
            <pc:sldMk cId="1914450675" sldId="259"/>
            <ac:spMk id="30" creationId="{2B397918-82DE-4556-AA15-70C90B47A37E}"/>
          </ac:spMkLst>
        </pc:spChg>
        <pc:spChg chg="mod">
          <ac:chgData name="대승 고" userId="8296c006db2f14ee" providerId="LiveId" clId="{F997F1B9-429E-4192-954F-F4CED232CDE9}" dt="2026-04-24T09:20:57.366" v="2443" actId="20577"/>
          <ac:spMkLst>
            <pc:docMk/>
            <pc:sldMk cId="1914450675" sldId="259"/>
            <ac:spMk id="31" creationId="{BEC6EED5-D6CE-4C0B-B428-A70C85600A60}"/>
          </ac:spMkLst>
        </pc:spChg>
        <pc:spChg chg="add del mod">
          <ac:chgData name="대승 고" userId="8296c006db2f14ee" providerId="LiveId" clId="{F997F1B9-429E-4192-954F-F4CED232CDE9}" dt="2026-04-24T09:09:08.765" v="1923" actId="478"/>
          <ac:spMkLst>
            <pc:docMk/>
            <pc:sldMk cId="1914450675" sldId="259"/>
            <ac:spMk id="32" creationId="{0C2CFDB3-CB4F-4CD0-BD04-CF38D1625D15}"/>
          </ac:spMkLst>
        </pc:spChg>
        <pc:spChg chg="del">
          <ac:chgData name="대승 고" userId="8296c006db2f14ee" providerId="LiveId" clId="{F997F1B9-429E-4192-954F-F4CED232CDE9}" dt="2026-04-24T05:06:32.426" v="470" actId="478"/>
          <ac:spMkLst>
            <pc:docMk/>
            <pc:sldMk cId="1914450675" sldId="259"/>
            <ac:spMk id="33" creationId="{B3E88643-E47E-4F45-969E-651646250763}"/>
          </ac:spMkLst>
        </pc:spChg>
        <pc:spChg chg="del">
          <ac:chgData name="대승 고" userId="8296c006db2f14ee" providerId="LiveId" clId="{F997F1B9-429E-4192-954F-F4CED232CDE9}" dt="2026-04-24T05:06:32.426" v="470" actId="478"/>
          <ac:spMkLst>
            <pc:docMk/>
            <pc:sldMk cId="1914450675" sldId="259"/>
            <ac:spMk id="34" creationId="{993227E2-5432-4DFD-B7CE-6CBB0D7AEF68}"/>
          </ac:spMkLst>
        </pc:spChg>
        <pc:spChg chg="del">
          <ac:chgData name="대승 고" userId="8296c006db2f14ee" providerId="LiveId" clId="{F997F1B9-429E-4192-954F-F4CED232CDE9}" dt="2026-04-24T05:06:32.426" v="470" actId="478"/>
          <ac:spMkLst>
            <pc:docMk/>
            <pc:sldMk cId="1914450675" sldId="259"/>
            <ac:spMk id="35" creationId="{7B71E9DB-6059-4BEF-89C8-8C677A5E0B4C}"/>
          </ac:spMkLst>
        </pc:spChg>
        <pc:spChg chg="del">
          <ac:chgData name="대승 고" userId="8296c006db2f14ee" providerId="LiveId" clId="{F997F1B9-429E-4192-954F-F4CED232CDE9}" dt="2026-04-24T05:05:01.049" v="373" actId="478"/>
          <ac:spMkLst>
            <pc:docMk/>
            <pc:sldMk cId="1914450675" sldId="259"/>
            <ac:spMk id="36" creationId="{0C2FDC39-5A87-49BE-B604-ECDB383621D4}"/>
          </ac:spMkLst>
        </pc:spChg>
        <pc:spChg chg="add mod">
          <ac:chgData name="대승 고" userId="8296c006db2f14ee" providerId="LiveId" clId="{F997F1B9-429E-4192-954F-F4CED232CDE9}" dt="2026-04-24T09:17:50.773" v="2299" actId="255"/>
          <ac:spMkLst>
            <pc:docMk/>
            <pc:sldMk cId="1914450675" sldId="259"/>
            <ac:spMk id="37" creationId="{FA586D93-2848-2492-4C2F-ED5339E5FC28}"/>
          </ac:spMkLst>
        </pc:spChg>
        <pc:spChg chg="add 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38" creationId="{08CDC577-37DA-49E0-9D30-4DBED552C8FE}"/>
          </ac:spMkLst>
        </pc:spChg>
        <pc:spChg chg="add 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39" creationId="{C994726A-62A6-CC94-B67C-0F628E3B3654}"/>
          </ac:spMkLst>
        </pc:spChg>
        <pc:spChg chg="add mod">
          <ac:chgData name="대승 고" userId="8296c006db2f14ee" providerId="LiveId" clId="{F997F1B9-429E-4192-954F-F4CED232CDE9}" dt="2026-04-24T08:40:39.783" v="740" actId="571"/>
          <ac:spMkLst>
            <pc:docMk/>
            <pc:sldMk cId="1914450675" sldId="259"/>
            <ac:spMk id="40" creationId="{5DDDD37C-E81E-F53F-0D08-86E74271B41F}"/>
          </ac:spMkLst>
        </pc:spChg>
        <pc:spChg chg="add 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41" creationId="{F6480740-165C-5915-594A-6E2CA24E20F5}"/>
          </ac:spMkLst>
        </pc:spChg>
        <pc:spChg chg="add mod">
          <ac:chgData name="대승 고" userId="8296c006db2f14ee" providerId="LiveId" clId="{F997F1B9-429E-4192-954F-F4CED232CDE9}" dt="2026-04-24T08:40:44.558" v="741" actId="1076"/>
          <ac:spMkLst>
            <pc:docMk/>
            <pc:sldMk cId="1914450675" sldId="259"/>
            <ac:spMk id="42" creationId="{B06ED444-E21B-AA0A-F357-4B0272DA53AA}"/>
          </ac:spMkLst>
        </pc:spChg>
        <pc:spChg chg="add mod">
          <ac:chgData name="대승 고" userId="8296c006db2f14ee" providerId="LiveId" clId="{F997F1B9-429E-4192-954F-F4CED232CDE9}" dt="2026-04-24T09:18:50.019" v="2309" actId="120"/>
          <ac:spMkLst>
            <pc:docMk/>
            <pc:sldMk cId="1914450675" sldId="259"/>
            <ac:spMk id="43" creationId="{191E6732-B2AA-044D-9894-008026314B75}"/>
          </ac:spMkLst>
        </pc:spChg>
        <pc:spChg chg="add mod">
          <ac:chgData name="대승 고" userId="8296c006db2f14ee" providerId="LiveId" clId="{F997F1B9-429E-4192-954F-F4CED232CDE9}" dt="2026-04-24T08:44:03.170" v="1222" actId="20577"/>
          <ac:spMkLst>
            <pc:docMk/>
            <pc:sldMk cId="1914450675" sldId="259"/>
            <ac:spMk id="44" creationId="{CD0E559A-C22E-CA4B-4BD2-FAEC7F2DAF93}"/>
          </ac:spMkLst>
        </pc:spChg>
      </pc:sldChg>
      <pc:sldChg chg="addSp delSp modSp mod">
        <pc:chgData name="대승 고" userId="8296c006db2f14ee" providerId="LiveId" clId="{F997F1B9-429E-4192-954F-F4CED232CDE9}" dt="2026-04-24T09:18:10.516" v="2302" actId="255"/>
        <pc:sldMkLst>
          <pc:docMk/>
          <pc:sldMk cId="519721974" sldId="260"/>
        </pc:sldMkLst>
        <pc:spChg chg="del">
          <ac:chgData name="대승 고" userId="8296c006db2f14ee" providerId="LiveId" clId="{F997F1B9-429E-4192-954F-F4CED232CDE9}" dt="2026-04-24T08:45:36.897" v="1265" actId="478"/>
          <ac:spMkLst>
            <pc:docMk/>
            <pc:sldMk cId="519721974" sldId="260"/>
            <ac:spMk id="4" creationId="{C089BFFC-3F02-4585-AC56-71FAC0A737B1}"/>
          </ac:spMkLst>
        </pc:spChg>
        <pc:spChg chg="add 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4" creationId="{CDF918A1-3D6F-D556-0A48-592B67B82C54}"/>
          </ac:spMkLst>
        </pc:spChg>
        <pc:spChg chg="del mod">
          <ac:chgData name="대승 고" userId="8296c006db2f14ee" providerId="LiveId" clId="{F997F1B9-429E-4192-954F-F4CED232CDE9}" dt="2026-04-24T08:45:36.897" v="1265" actId="478"/>
          <ac:spMkLst>
            <pc:docMk/>
            <pc:sldMk cId="519721974" sldId="260"/>
            <ac:spMk id="5" creationId="{6352F53A-2342-4C75-90D7-5D333A6E3ADF}"/>
          </ac:spMkLst>
        </pc:spChg>
        <pc:spChg chg="del">
          <ac:chgData name="대승 고" userId="8296c006db2f14ee" providerId="LiveId" clId="{F997F1B9-429E-4192-954F-F4CED232CDE9}" dt="2026-04-24T08:45:36.897" v="1265" actId="478"/>
          <ac:spMkLst>
            <pc:docMk/>
            <pc:sldMk cId="519721974" sldId="260"/>
            <ac:spMk id="6" creationId="{B713C000-0DF4-4847-B26D-D57389A9FF70}"/>
          </ac:spMkLst>
        </pc:spChg>
        <pc:spChg chg="mod">
          <ac:chgData name="대승 고" userId="8296c006db2f14ee" providerId="LiveId" clId="{F997F1B9-429E-4192-954F-F4CED232CDE9}" dt="2026-04-24T08:45:42.146" v="1266" actId="1076"/>
          <ac:spMkLst>
            <pc:docMk/>
            <pc:sldMk cId="519721974" sldId="260"/>
            <ac:spMk id="7" creationId="{2E8D29A6-9AB3-4744-AD90-CC42D52E255B}"/>
          </ac:spMkLst>
        </pc:spChg>
        <pc:spChg chg="mod">
          <ac:chgData name="대승 고" userId="8296c006db2f14ee" providerId="LiveId" clId="{F997F1B9-429E-4192-954F-F4CED232CDE9}" dt="2026-04-24T08:45:42.146" v="1266" actId="1076"/>
          <ac:spMkLst>
            <pc:docMk/>
            <pc:sldMk cId="519721974" sldId="260"/>
            <ac:spMk id="8" creationId="{CE5A4204-507D-4081-8A3F-CED4DBDB43EC}"/>
          </ac:spMkLst>
        </pc:spChg>
        <pc:spChg chg="mod">
          <ac:chgData name="대승 고" userId="8296c006db2f14ee" providerId="LiveId" clId="{F997F1B9-429E-4192-954F-F4CED232CDE9}" dt="2026-04-24T08:45:42.146" v="1266" actId="1076"/>
          <ac:spMkLst>
            <pc:docMk/>
            <pc:sldMk cId="519721974" sldId="260"/>
            <ac:spMk id="12" creationId="{58B457C9-2BD0-4536-B416-3B7CE216EFC5}"/>
          </ac:spMkLst>
        </pc:spChg>
        <pc:spChg chg="add del mod">
          <ac:chgData name="대승 고" userId="8296c006db2f14ee" providerId="LiveId" clId="{F997F1B9-429E-4192-954F-F4CED232CDE9}" dt="2026-04-24T09:11:22.887" v="2043" actId="478"/>
          <ac:spMkLst>
            <pc:docMk/>
            <pc:sldMk cId="519721974" sldId="260"/>
            <ac:spMk id="13" creationId="{DBCAEA74-A5D4-4E09-9635-D19FC0B07ACC}"/>
          </ac:spMkLst>
        </pc:spChg>
        <pc:spChg chg="add del mod">
          <ac:chgData name="대승 고" userId="8296c006db2f14ee" providerId="LiveId" clId="{F997F1B9-429E-4192-954F-F4CED232CDE9}" dt="2026-04-24T09:11:25.674" v="2044"/>
          <ac:spMkLst>
            <pc:docMk/>
            <pc:sldMk cId="519721974" sldId="260"/>
            <ac:spMk id="14" creationId="{F8AD8E52-5DBA-4465-80D2-389A8D5FA03E}"/>
          </ac:spMkLst>
        </pc:spChg>
        <pc:spChg chg="add del mod">
          <ac:chgData name="대승 고" userId="8296c006db2f14ee" providerId="LiveId" clId="{F997F1B9-429E-4192-954F-F4CED232CDE9}" dt="2026-04-24T09:11:22.061" v="2041" actId="6549"/>
          <ac:spMkLst>
            <pc:docMk/>
            <pc:sldMk cId="519721974" sldId="260"/>
            <ac:spMk id="15" creationId="{8F8D46D6-399C-4D2F-8584-B9204E04DD02}"/>
          </ac:spMkLst>
        </pc:spChg>
        <pc:spChg chg="mod">
          <ac:chgData name="대승 고" userId="8296c006db2f14ee" providerId="LiveId" clId="{F997F1B9-429E-4192-954F-F4CED232CDE9}" dt="2026-04-24T08:45:42.146" v="1266" actId="1076"/>
          <ac:spMkLst>
            <pc:docMk/>
            <pc:sldMk cId="519721974" sldId="260"/>
            <ac:spMk id="16" creationId="{012A5CB0-9FA4-4132-A7A0-33222A73165A}"/>
          </ac:spMkLst>
        </pc:spChg>
        <pc:spChg chg="mod">
          <ac:chgData name="대승 고" userId="8296c006db2f14ee" providerId="LiveId" clId="{F997F1B9-429E-4192-954F-F4CED232CDE9}" dt="2026-04-24T09:11:27.836" v="2045"/>
          <ac:spMkLst>
            <pc:docMk/>
            <pc:sldMk cId="519721974" sldId="260"/>
            <ac:spMk id="17" creationId="{7FFC8F07-5F49-4F38-A1CA-2768DCA776F1}"/>
          </ac:spMkLst>
        </pc:spChg>
        <pc:spChg chg="del mod">
          <ac:chgData name="대승 고" userId="8296c006db2f14ee" providerId="LiveId" clId="{F997F1B9-429E-4192-954F-F4CED232CDE9}" dt="2026-04-24T09:11:29.318" v="2046" actId="478"/>
          <ac:spMkLst>
            <pc:docMk/>
            <pc:sldMk cId="519721974" sldId="260"/>
            <ac:spMk id="18" creationId="{F565635A-665B-4B53-85AE-F2A6E686EE8C}"/>
          </ac:spMkLst>
        </pc:spChg>
        <pc:spChg chg="del mod">
          <ac:chgData name="대승 고" userId="8296c006db2f14ee" providerId="LiveId" clId="{F997F1B9-429E-4192-954F-F4CED232CDE9}" dt="2026-04-24T09:11:29.318" v="2046" actId="478"/>
          <ac:spMkLst>
            <pc:docMk/>
            <pc:sldMk cId="519721974" sldId="260"/>
            <ac:spMk id="19" creationId="{E46928D8-8338-4A7D-BAAB-D4EBEE3410B2}"/>
          </ac:spMkLst>
        </pc:spChg>
        <pc:spChg chg="del mod">
          <ac:chgData name="대승 고" userId="8296c006db2f14ee" providerId="LiveId" clId="{F997F1B9-429E-4192-954F-F4CED232CDE9}" dt="2026-04-24T09:11:29.318" v="2046" actId="478"/>
          <ac:spMkLst>
            <pc:docMk/>
            <pc:sldMk cId="519721974" sldId="260"/>
            <ac:spMk id="20" creationId="{5FC0A681-B324-4CC1-AEAE-EE4FA4D41E5B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1" creationId="{79909143-EA3B-45D6-AA3A-A9704C2D70C7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2" creationId="{5D1C280A-119B-4B7D-96CB-5B5D7CC7DD0A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3" creationId="{C3565DEA-AD1A-45C4-BEBC-005F75787070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4" creationId="{99882D62-AA98-455F-98BC-1BFC4558FC8E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5" creationId="{B39C7D8C-01A2-4D22-8C59-CFD980C440E7}"/>
          </ac:spMkLst>
        </pc:spChg>
        <pc:spChg chg="del">
          <ac:chgData name="대승 고" userId="8296c006db2f14ee" providerId="LiveId" clId="{F997F1B9-429E-4192-954F-F4CED232CDE9}" dt="2026-04-24T08:45:51.691" v="1267" actId="478"/>
          <ac:spMkLst>
            <pc:docMk/>
            <pc:sldMk cId="519721974" sldId="260"/>
            <ac:spMk id="26" creationId="{5C0C1C34-EA96-46E1-A878-0DB77DFBEBDC}"/>
          </ac:spMkLst>
        </pc:spChg>
        <pc:spChg chg="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27" creationId="{0762B67D-A58C-4BD7-A247-9B1A94BD82AA}"/>
          </ac:spMkLst>
        </pc:spChg>
        <pc:spChg chg="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28" creationId="{3D46AD17-4C68-4636-AC48-5DD5B5C32636}"/>
          </ac:spMkLst>
        </pc:spChg>
        <pc:spChg chg="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29" creationId="{E069797B-8EC7-4CAB-A272-95ADB28C32A4}"/>
          </ac:spMkLst>
        </pc:spChg>
        <pc:spChg chg="del">
          <ac:chgData name="대승 고" userId="8296c006db2f14ee" providerId="LiveId" clId="{F997F1B9-429E-4192-954F-F4CED232CDE9}" dt="2026-04-24T09:13:32.566" v="2272" actId="478"/>
          <ac:spMkLst>
            <pc:docMk/>
            <pc:sldMk cId="519721974" sldId="260"/>
            <ac:spMk id="30" creationId="{DC4354C4-0B36-4793-9679-606179A9A76E}"/>
          </ac:spMkLst>
        </pc:spChg>
        <pc:spChg chg="del">
          <ac:chgData name="대승 고" userId="8296c006db2f14ee" providerId="LiveId" clId="{F997F1B9-429E-4192-954F-F4CED232CDE9}" dt="2026-04-24T05:08:08.860" v="487" actId="478"/>
          <ac:spMkLst>
            <pc:docMk/>
            <pc:sldMk cId="519721974" sldId="260"/>
            <ac:spMk id="31" creationId="{0C2FDC39-5A87-49BE-B604-ECDB383621D4}"/>
          </ac:spMkLst>
        </pc:spChg>
        <pc:spChg chg="add 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32" creationId="{76C39D45-F7FB-A4C2-9FDC-ECB2DE10E074}"/>
          </ac:spMkLst>
        </pc:spChg>
        <pc:spChg chg="add 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33" creationId="{774EA727-3A9A-81C0-C2B6-02710899D3D1}"/>
          </ac:spMkLst>
        </pc:spChg>
        <pc:spChg chg="add 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34" creationId="{EB4F1578-FBDA-4E54-6574-845C214544A1}"/>
          </ac:spMkLst>
        </pc:spChg>
        <pc:spChg chg="add mod">
          <ac:chgData name="대승 고" userId="8296c006db2f14ee" providerId="LiveId" clId="{F997F1B9-429E-4192-954F-F4CED232CDE9}" dt="2026-04-24T09:18:10.516" v="2302" actId="255"/>
          <ac:spMkLst>
            <pc:docMk/>
            <pc:sldMk cId="519721974" sldId="260"/>
            <ac:spMk id="35" creationId="{CA758A90-9519-BD88-DD7C-D42FCFA719B2}"/>
          </ac:spMkLst>
        </pc:spChg>
        <pc:cxnChg chg="add mod">
          <ac:chgData name="대승 고" userId="8296c006db2f14ee" providerId="LiveId" clId="{F997F1B9-429E-4192-954F-F4CED232CDE9}" dt="2026-04-24T09:13:03.979" v="2271" actId="208"/>
          <ac:cxnSpMkLst>
            <pc:docMk/>
            <pc:sldMk cId="519721974" sldId="260"/>
            <ac:cxnSpMk id="6" creationId="{6CDFCE6A-9E8E-A854-90FB-28FFD67A5352}"/>
          </ac:cxnSpMkLst>
        </pc:cxnChg>
      </pc:sldChg>
      <pc:sldChg chg="delSp modSp mod">
        <pc:chgData name="대승 고" userId="8296c006db2f14ee" providerId="LiveId" clId="{F997F1B9-429E-4192-954F-F4CED232CDE9}" dt="2026-04-24T09:18:43.856" v="2308" actId="120"/>
        <pc:sldMkLst>
          <pc:docMk/>
          <pc:sldMk cId="1004735917" sldId="261"/>
        </pc:sldMkLst>
        <pc:spChg chg="mod">
          <ac:chgData name="대승 고" userId="8296c006db2f14ee" providerId="LiveId" clId="{F997F1B9-429E-4192-954F-F4CED232CDE9}" dt="2026-04-24T09:18:21.920" v="2304" actId="122"/>
          <ac:spMkLst>
            <pc:docMk/>
            <pc:sldMk cId="1004735917" sldId="261"/>
            <ac:spMk id="22" creationId="{527A7E56-F002-4CED-9BC4-83B0AE17E20F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23" creationId="{A596DB22-6BCB-4449-9EDA-5F415ADEAF96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28" creationId="{F0BE8C83-D568-40E3-9CD7-BAD602FC0D9C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33" creationId="{338B104D-237A-4D1F-AF36-C9814D032E6F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45" creationId="{F35F6469-F5E0-4029-BA9F-C0356170F315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51" creationId="{BB88B4AC-134D-4846-9A10-53C3FAF654E2}"/>
          </ac:spMkLst>
        </pc:spChg>
        <pc:spChg chg="mod">
          <ac:chgData name="대승 고" userId="8296c006db2f14ee" providerId="LiveId" clId="{F997F1B9-429E-4192-954F-F4CED232CDE9}" dt="2026-04-24T08:46:38.257" v="1292" actId="20577"/>
          <ac:spMkLst>
            <pc:docMk/>
            <pc:sldMk cId="1004735917" sldId="261"/>
            <ac:spMk id="52" creationId="{FE59ECD2-7E67-4585-BE68-843565D8658C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56" creationId="{E1BF4355-6EE6-4D93-8EAB-DEF44FA7B446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57" creationId="{3057F37B-CB34-4E98-AD5D-B04452BC7AA0}"/>
          </ac:spMkLst>
        </pc:spChg>
        <pc:spChg chg="mod">
          <ac:chgData name="대승 고" userId="8296c006db2f14ee" providerId="LiveId" clId="{F997F1B9-429E-4192-954F-F4CED232CDE9}" dt="2026-04-24T08:47:49.109" v="1421" actId="20577"/>
          <ac:spMkLst>
            <pc:docMk/>
            <pc:sldMk cId="1004735917" sldId="261"/>
            <ac:spMk id="58" creationId="{6B122430-E230-4C48-8FA1-508C33C2B846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59" creationId="{3948165A-35F9-4CA4-A153-9F4293D7CB20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61" creationId="{1CACA97B-C407-4B44-AE96-25F8217BCDC0}"/>
          </ac:spMkLst>
        </pc:spChg>
        <pc:spChg chg="mod">
          <ac:chgData name="대승 고" userId="8296c006db2f14ee" providerId="LiveId" clId="{F997F1B9-429E-4192-954F-F4CED232CDE9}" dt="2026-04-24T09:18:43.856" v="2308" actId="120"/>
          <ac:spMkLst>
            <pc:docMk/>
            <pc:sldMk cId="1004735917" sldId="261"/>
            <ac:spMk id="66" creationId="{C8D701DF-E837-4DC3-AF6B-E6A3687E2CCC}"/>
          </ac:spMkLst>
        </pc:spChg>
        <pc:spChg chg="del">
          <ac:chgData name="대승 고" userId="8296c006db2f14ee" providerId="LiveId" clId="{F997F1B9-429E-4192-954F-F4CED232CDE9}" dt="2026-04-24T08:46:01.173" v="1269" actId="478"/>
          <ac:spMkLst>
            <pc:docMk/>
            <pc:sldMk cId="1004735917" sldId="261"/>
            <ac:spMk id="69" creationId="{0C2FDC39-5A87-49BE-B604-ECDB383621D4}"/>
          </ac:spMkLst>
        </pc:spChg>
      </pc:sldChg>
      <pc:sldChg chg="modSp mod">
        <pc:chgData name="대승 고" userId="8296c006db2f14ee" providerId="LiveId" clId="{F997F1B9-429E-4192-954F-F4CED232CDE9}" dt="2026-04-24T09:18:39.818" v="2307" actId="120"/>
        <pc:sldMkLst>
          <pc:docMk/>
          <pc:sldMk cId="377359206" sldId="262"/>
        </pc:sldMkLst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4" creationId="{21DEBBEB-7FA2-4C75-A13C-9F068915BFF1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5" creationId="{08B9E9A6-3496-410B-9290-BC5D742AC364}"/>
          </ac:spMkLst>
        </pc:spChg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6" creationId="{14FB4E73-1918-48C3-AABE-BDC884F060ED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7" creationId="{D25E897E-8F98-4049-8AE2-4D10E5662547}"/>
          </ac:spMkLst>
        </pc:spChg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8" creationId="{EA7E5F42-35DA-4C65-BD99-00D0FC44C395}"/>
          </ac:spMkLst>
        </pc:spChg>
        <pc:spChg chg="mod">
          <ac:chgData name="대승 고" userId="8296c006db2f14ee" providerId="LiveId" clId="{F997F1B9-429E-4192-954F-F4CED232CDE9}" dt="2026-04-24T09:18:36.521" v="2306" actId="120"/>
          <ac:spMkLst>
            <pc:docMk/>
            <pc:sldMk cId="377359206" sldId="262"/>
            <ac:spMk id="9" creationId="{6A5A595E-F369-472C-A3BA-B57E5A6CB6A8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10" creationId="{ED6FC699-3389-43E2-8529-EC5A0CEA3AB9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12" creationId="{8DA7913E-E2E3-4CF2-82C2-2C5085CBADC8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17" creationId="{309C0608-0A47-4C9D-9197-22228FDC78A8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18" creationId="{926C64EC-FFF0-4869-930D-0161B1A6A62F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20" creationId="{18E4278D-61E7-4F23-B627-8600B9D5BE72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23" creationId="{2099BB55-0C0B-4A43-9267-C2059E981EAE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31" creationId="{0D48DE2D-06A7-4A3F-86C6-A248BE5140EC}"/>
          </ac:spMkLst>
        </pc:spChg>
        <pc:spChg chg="mod">
          <ac:chgData name="대승 고" userId="8296c006db2f14ee" providerId="LiveId" clId="{F997F1B9-429E-4192-954F-F4CED232CDE9}" dt="2026-04-24T09:18:39.818" v="2307" actId="120"/>
          <ac:spMkLst>
            <pc:docMk/>
            <pc:sldMk cId="377359206" sldId="262"/>
            <ac:spMk id="44" creationId="{0C2FDC39-5A87-49BE-B604-ECDB383621D4}"/>
          </ac:spMkLst>
        </pc:spChg>
      </pc:sldChg>
      <pc:sldChg chg="delSp modSp add del mod">
        <pc:chgData name="대승 고" userId="8296c006db2f14ee" providerId="LiveId" clId="{F997F1B9-429E-4192-954F-F4CED232CDE9}" dt="2026-04-24T09:24:53.243" v="2690" actId="47"/>
        <pc:sldMkLst>
          <pc:docMk/>
          <pc:sldMk cId="1380502783" sldId="263"/>
        </pc:sldMkLst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7" creationId="{8DEC6A89-806B-4200-8C02-A4A471CFED64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9" creationId="{85F88860-055E-48A2-B6EC-F3B3E822DAD6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0" creationId="{5358AAFE-B8A5-4D64-A871-A73AFA72B5D3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1" creationId="{FAE1D002-FBFF-47C6-AD32-9458660C3052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2" creationId="{0491B81E-5C80-4E37-9E5E-6E8486428AD1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3" creationId="{7784C16D-CE06-4A46-AACC-3AF54FFBA07F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4" creationId="{67BA6B42-8401-48E2-8293-B92D2F8ACB1E}"/>
          </ac:spMkLst>
        </pc:spChg>
        <pc:spChg chg="del">
          <ac:chgData name="대승 고" userId="8296c006db2f14ee" providerId="LiveId" clId="{F997F1B9-429E-4192-954F-F4CED232CDE9}" dt="2026-04-24T08:56:09.850" v="1794" actId="478"/>
          <ac:spMkLst>
            <pc:docMk/>
            <pc:sldMk cId="1380502783" sldId="263"/>
            <ac:spMk id="15" creationId="{846F111C-9F06-42AF-8D9B-01812D36C62C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17" creationId="{229F79B6-E8F8-473A-99C7-9377258B4411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18" creationId="{8E338C03-E8B5-4D31-94FF-3A15C7BBF56A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19" creationId="{1D423F9C-5078-4A55-B873-ABD38859A7A3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0" creationId="{9C1FFA2C-2E9A-40FC-A8FB-E6F8E459BEA7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1" creationId="{59ACC773-2F33-4377-B4CE-DB5F6C02C2EF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23" creationId="{DA49218D-B691-44F1-A7E3-89DF0A81F5D8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24" creationId="{FAF079E9-BC22-42AB-AC52-0C514C34EAAD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5" creationId="{2D9BF1F9-34BB-42C6-9707-1ED7FA0E15E9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27" creationId="{E3822369-6338-426A-89B6-1E778B49E2F6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28" creationId="{02ED14F9-1536-4EE6-AA53-A1C3D50DB8FE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32" creationId="{D70AB33B-24CC-4AA0-A555-2F2D4B236106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35" creationId="{0800FB1D-D41E-4B13-ACBE-5E9D31453674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42" creationId="{6438BD60-A405-4485-9D96-72AF5B73C4C9}"/>
          </ac:spMkLst>
        </pc:spChg>
        <pc:spChg chg="mod">
          <ac:chgData name="대승 고" userId="8296c006db2f14ee" providerId="LiveId" clId="{F997F1B9-429E-4192-954F-F4CED232CDE9}" dt="2026-04-24T08:56:53.978" v="1862" actId="1076"/>
          <ac:spMkLst>
            <pc:docMk/>
            <pc:sldMk cId="1380502783" sldId="263"/>
            <ac:spMk id="43" creationId="{E4B2BA8B-8EFA-4FA9-8525-B23417D17EDB}"/>
          </ac:spMkLst>
        </pc:spChg>
        <pc:spChg chg="mod">
          <ac:chgData name="대승 고" userId="8296c006db2f14ee" providerId="LiveId" clId="{F997F1B9-429E-4192-954F-F4CED232CDE9}" dt="2026-04-24T09:18:58.615" v="2311" actId="120"/>
          <ac:spMkLst>
            <pc:docMk/>
            <pc:sldMk cId="1380502783" sldId="263"/>
            <ac:spMk id="45" creationId="{5CE8CAD6-E996-435C-836D-E03106E864F6}"/>
          </ac:spMkLst>
        </pc:spChg>
        <pc:spChg chg="del">
          <ac:chgData name="대승 고" userId="8296c006db2f14ee" providerId="LiveId" clId="{F997F1B9-429E-4192-954F-F4CED232CDE9}" dt="2026-04-24T09:14:17.179" v="2273" actId="478"/>
          <ac:spMkLst>
            <pc:docMk/>
            <pc:sldMk cId="1380502783" sldId="263"/>
            <ac:spMk id="46" creationId="{A26B0307-B821-4DE3-B4FC-468BB5A4CE02}"/>
          </ac:spMkLst>
        </pc:spChg>
        <pc:spChg chg="del">
          <ac:chgData name="대승 고" userId="8296c006db2f14ee" providerId="LiveId" clId="{F997F1B9-429E-4192-954F-F4CED232CDE9}" dt="2026-04-24T09:14:17.179" v="2273" actId="478"/>
          <ac:spMkLst>
            <pc:docMk/>
            <pc:sldMk cId="1380502783" sldId="263"/>
            <ac:spMk id="47" creationId="{56BA34C4-C10E-4D62-9955-B1EBA6341F97}"/>
          </ac:spMkLst>
        </pc:spChg>
        <pc:spChg chg="del mod">
          <ac:chgData name="대승 고" userId="8296c006db2f14ee" providerId="LiveId" clId="{F997F1B9-429E-4192-954F-F4CED232CDE9}" dt="2026-04-24T09:14:17.179" v="2273" actId="478"/>
          <ac:spMkLst>
            <pc:docMk/>
            <pc:sldMk cId="1380502783" sldId="263"/>
            <ac:spMk id="48" creationId="{4B4F44E3-AD81-45BC-8AA9-5C3E28F7267B}"/>
          </ac:spMkLst>
        </pc:spChg>
        <pc:spChg chg="del">
          <ac:chgData name="대승 고" userId="8296c006db2f14ee" providerId="LiveId" clId="{F997F1B9-429E-4192-954F-F4CED232CDE9}" dt="2026-04-24T08:56:13.298" v="1795" actId="478"/>
          <ac:spMkLst>
            <pc:docMk/>
            <pc:sldMk cId="1380502783" sldId="263"/>
            <ac:spMk id="49" creationId="{0C2FDC39-5A87-49BE-B604-ECDB383621D4}"/>
          </ac:spMkLst>
        </pc:spChg>
      </pc:sldChg>
      <pc:sldChg chg="addSp delSp modSp mod">
        <pc:chgData name="대승 고" userId="8296c006db2f14ee" providerId="LiveId" clId="{F997F1B9-429E-4192-954F-F4CED232CDE9}" dt="2026-04-24T09:19:09.077" v="2314" actId="255"/>
        <pc:sldMkLst>
          <pc:docMk/>
          <pc:sldMk cId="818856681" sldId="264"/>
        </pc:sldMkLst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4" creationId="{E75AD2F2-18AC-42E3-B3B8-0ACEA24AD39B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5" creationId="{B63CAF48-873E-41E5-A627-120140D20C7C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6" creationId="{0BAF2B53-6483-4821-9914-CD7195D42F15}"/>
          </ac:spMkLst>
        </pc:spChg>
        <pc:spChg chg="mod">
          <ac:chgData name="대승 고" userId="8296c006db2f14ee" providerId="LiveId" clId="{F997F1B9-429E-4192-954F-F4CED232CDE9}" dt="2026-04-24T09:16:57.687" v="2296" actId="20577"/>
          <ac:spMkLst>
            <pc:docMk/>
            <pc:sldMk cId="818856681" sldId="264"/>
            <ac:spMk id="17" creationId="{C9FB75E4-E6FC-4FFA-8228-37C09F727F99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19" creationId="{45A261FF-1066-4943-9EAD-827EE04E7DB3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23" creationId="{39141D3B-F60E-422B-8466-30B5066E8ABC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30" creationId="{01691DE1-3F6F-47BB-9DD5-9DCF2D43BF24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32" creationId="{E0F86DEF-123A-4C20-8491-8AA607C5E11C}"/>
          </ac:spMkLst>
        </pc:spChg>
        <pc:spChg chg="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33" creationId="{3004CEFC-A437-4537-AA10-CCD568353C4F}"/>
          </ac:spMkLst>
        </pc:spChg>
        <pc:spChg chg="add del">
          <ac:chgData name="대승 고" userId="8296c006db2f14ee" providerId="LiveId" clId="{F997F1B9-429E-4192-954F-F4CED232CDE9}" dt="2026-04-24T09:17:18.731" v="2298" actId="478"/>
          <ac:spMkLst>
            <pc:docMk/>
            <pc:sldMk cId="818856681" sldId="264"/>
            <ac:spMk id="36" creationId="{03E40DB3-F902-4775-B661-973A026D7DA9}"/>
          </ac:spMkLst>
        </pc:spChg>
        <pc:spChg chg="add del">
          <ac:chgData name="대승 고" userId="8296c006db2f14ee" providerId="LiveId" clId="{F997F1B9-429E-4192-954F-F4CED232CDE9}" dt="2026-04-24T09:17:18.731" v="2298" actId="478"/>
          <ac:spMkLst>
            <pc:docMk/>
            <pc:sldMk cId="818856681" sldId="264"/>
            <ac:spMk id="37" creationId="{4A855868-5470-4F8A-B650-CA105DAE8F53}"/>
          </ac:spMkLst>
        </pc:spChg>
        <pc:spChg chg="add del">
          <ac:chgData name="대승 고" userId="8296c006db2f14ee" providerId="LiveId" clId="{F997F1B9-429E-4192-954F-F4CED232CDE9}" dt="2026-04-24T09:17:18.731" v="2298" actId="478"/>
          <ac:spMkLst>
            <pc:docMk/>
            <pc:sldMk cId="818856681" sldId="264"/>
            <ac:spMk id="38" creationId="{9B0367CC-3FC0-4D1F-A1E4-8BF5C3FA024C}"/>
          </ac:spMkLst>
        </pc:spChg>
        <pc:spChg chg="add del 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39" creationId="{79FFA8C9-3C54-419A-A65A-0CC9CC739D15}"/>
          </ac:spMkLst>
        </pc:spChg>
        <pc:spChg chg="add del mod">
          <ac:chgData name="대승 고" userId="8296c006db2f14ee" providerId="LiveId" clId="{F997F1B9-429E-4192-954F-F4CED232CDE9}" dt="2026-04-24T09:19:04.678" v="2313" actId="255"/>
          <ac:spMkLst>
            <pc:docMk/>
            <pc:sldMk cId="818856681" sldId="264"/>
            <ac:spMk id="40" creationId="{672391C1-9219-44CC-A2A5-A4FC61794BC2}"/>
          </ac:spMkLst>
        </pc:spChg>
        <pc:spChg chg="add del">
          <ac:chgData name="대승 고" userId="8296c006db2f14ee" providerId="LiveId" clId="{F997F1B9-429E-4192-954F-F4CED232CDE9}" dt="2026-04-24T09:17:18.731" v="2298" actId="478"/>
          <ac:spMkLst>
            <pc:docMk/>
            <pc:sldMk cId="818856681" sldId="264"/>
            <ac:spMk id="41" creationId="{77933880-2C44-46A8-AF3E-482A8DA9B40A}"/>
          </ac:spMkLst>
        </pc:spChg>
        <pc:spChg chg="mod">
          <ac:chgData name="대승 고" userId="8296c006db2f14ee" providerId="LiveId" clId="{F997F1B9-429E-4192-954F-F4CED232CDE9}" dt="2026-04-24T09:19:09.077" v="2314" actId="255"/>
          <ac:spMkLst>
            <pc:docMk/>
            <pc:sldMk cId="818856681" sldId="264"/>
            <ac:spMk id="43" creationId="{F033CDFD-A499-448B-A1E7-F844A2F6770A}"/>
          </ac:spMkLst>
        </pc:spChg>
        <pc:spChg chg="mod">
          <ac:chgData name="대승 고" userId="8296c006db2f14ee" providerId="LiveId" clId="{F997F1B9-429E-4192-954F-F4CED232CDE9}" dt="2026-04-24T09:19:09.077" v="2314" actId="255"/>
          <ac:spMkLst>
            <pc:docMk/>
            <pc:sldMk cId="818856681" sldId="264"/>
            <ac:spMk id="44" creationId="{FC775B43-7F99-423B-9886-AB611178252F}"/>
          </ac:spMkLst>
        </pc:spChg>
        <pc:spChg chg="del">
          <ac:chgData name="대승 고" userId="8296c006db2f14ee" providerId="LiveId" clId="{F997F1B9-429E-4192-954F-F4CED232CDE9}" dt="2026-04-24T08:52:26.655" v="1448" actId="478"/>
          <ac:spMkLst>
            <pc:docMk/>
            <pc:sldMk cId="818856681" sldId="264"/>
            <ac:spMk id="45" creationId="{0C2FDC39-5A87-49BE-B604-ECDB383621D4}"/>
          </ac:spMkLst>
        </pc:spChg>
      </pc:sldChg>
      <pc:sldChg chg="delSp modSp mod">
        <pc:chgData name="대승 고" userId="8296c006db2f14ee" providerId="LiveId" clId="{F997F1B9-429E-4192-954F-F4CED232CDE9}" dt="2026-04-24T09:19:18.089" v="2316" actId="120"/>
        <pc:sldMkLst>
          <pc:docMk/>
          <pc:sldMk cId="265906906" sldId="265"/>
        </pc:sldMkLst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6" creationId="{7962509E-1F2A-4B2F-A493-721B4E3E81F6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8" creationId="{367A24EE-6484-4C22-B672-1F7A3EAC27EA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3" creationId="{4DB7D984-1F03-4BA2-909E-24AEEB73A020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4" creationId="{D600F560-C242-4D23-9B4E-97329E81C83E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5" creationId="{CA1DDE8F-D9D3-4B51-9031-9848E87D19EA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17" creationId="{14F5A051-0FC5-489D-B76C-F43F24F1105A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22" creationId="{D83D7C1F-8D24-4517-83EB-3F400D9594FE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24" creationId="{701081C2-A756-4553-8F84-88CE4A10DAB1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26" creationId="{E41712E4-CF0B-4A44-BB60-AA1C0C5B5710}"/>
          </ac:spMkLst>
        </pc:spChg>
        <pc:spChg chg="mod">
          <ac:chgData name="대승 고" userId="8296c006db2f14ee" providerId="LiveId" clId="{F997F1B9-429E-4192-954F-F4CED232CDE9}" dt="2026-04-24T09:19:18.089" v="2316" actId="120"/>
          <ac:spMkLst>
            <pc:docMk/>
            <pc:sldMk cId="265906906" sldId="265"/>
            <ac:spMk id="39" creationId="{802C7149-35D9-42BD-B112-DF12AC8C56E1}"/>
          </ac:spMkLst>
        </pc:spChg>
        <pc:spChg chg="del">
          <ac:chgData name="대승 고" userId="8296c006db2f14ee" providerId="LiveId" clId="{F997F1B9-429E-4192-954F-F4CED232CDE9}" dt="2026-04-24T08:52:20.710" v="1447" actId="478"/>
          <ac:spMkLst>
            <pc:docMk/>
            <pc:sldMk cId="265906906" sldId="265"/>
            <ac:spMk id="40" creationId="{EF4AE63B-B659-4796-8C10-BB69E4A72C78}"/>
          </ac:spMkLst>
        </pc:spChg>
        <pc:spChg chg="del">
          <ac:chgData name="대승 고" userId="8296c006db2f14ee" providerId="LiveId" clId="{F997F1B9-429E-4192-954F-F4CED232CDE9}" dt="2026-04-24T08:52:20.710" v="1447" actId="478"/>
          <ac:spMkLst>
            <pc:docMk/>
            <pc:sldMk cId="265906906" sldId="265"/>
            <ac:spMk id="41" creationId="{D6579914-E855-4AD3-9565-D780B2C129DB}"/>
          </ac:spMkLst>
        </pc:spChg>
        <pc:spChg chg="del">
          <ac:chgData name="대승 고" userId="8296c006db2f14ee" providerId="LiveId" clId="{F997F1B9-429E-4192-954F-F4CED232CDE9}" dt="2026-04-24T08:52:20.710" v="1447" actId="478"/>
          <ac:spMkLst>
            <pc:docMk/>
            <pc:sldMk cId="265906906" sldId="265"/>
            <ac:spMk id="42" creationId="{C709CFDE-B2C8-4030-A8E7-577723D9DEAE}"/>
          </ac:spMkLst>
        </pc:spChg>
      </pc:sldChg>
      <pc:sldChg chg="delSp del mod">
        <pc:chgData name="대승 고" userId="8296c006db2f14ee" providerId="LiveId" clId="{F997F1B9-429E-4192-954F-F4CED232CDE9}" dt="2026-04-24T04:58:09.643" v="11" actId="47"/>
        <pc:sldMkLst>
          <pc:docMk/>
          <pc:sldMk cId="1564460739" sldId="266"/>
        </pc:sldMkLst>
        <pc:spChg chg="del">
          <ac:chgData name="대승 고" userId="8296c006db2f14ee" providerId="LiveId" clId="{F997F1B9-429E-4192-954F-F4CED232CDE9}" dt="2026-04-24T04:58:00.189" v="10" actId="478"/>
          <ac:spMkLst>
            <pc:docMk/>
            <pc:sldMk cId="1564460739" sldId="266"/>
            <ac:spMk id="39" creationId="{0C2FDC39-5A87-49BE-B604-ECDB383621D4}"/>
          </ac:spMkLst>
        </pc:spChg>
      </pc:sldChg>
      <pc:sldChg chg="addSp delSp modSp mod">
        <pc:chgData name="대승 고" userId="8296c006db2f14ee" providerId="LiveId" clId="{F997F1B9-429E-4192-954F-F4CED232CDE9}" dt="2026-04-24T09:25:25.885" v="2693" actId="403"/>
        <pc:sldMkLst>
          <pc:docMk/>
          <pc:sldMk cId="567265254" sldId="267"/>
        </pc:sldMkLst>
        <pc:spChg chg="mod">
          <ac:chgData name="대승 고" userId="8296c006db2f14ee" providerId="LiveId" clId="{F997F1B9-429E-4192-954F-F4CED232CDE9}" dt="2026-04-24T09:25:18.034" v="2691" actId="6549"/>
          <ac:spMkLst>
            <pc:docMk/>
            <pc:sldMk cId="567265254" sldId="267"/>
            <ac:spMk id="2" creationId="{B521F15A-1F8E-4B8F-9AD0-1E3367E96CA0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6" creationId="{D2EF06A5-A8E8-445E-92A5-BD7FBF6AB0E3}"/>
          </ac:spMkLst>
        </pc:spChg>
        <pc:spChg chg="mod">
          <ac:chgData name="대승 고" userId="8296c006db2f14ee" providerId="LiveId" clId="{F997F1B9-429E-4192-954F-F4CED232CDE9}" dt="2026-04-24T09:19:24.756" v="2324" actId="27636"/>
          <ac:spMkLst>
            <pc:docMk/>
            <pc:sldMk cId="567265254" sldId="267"/>
            <ac:spMk id="7" creationId="{C12B50C5-BB35-4AD1-8643-9B374708B0D8}"/>
          </ac:spMkLst>
        </pc:spChg>
        <pc:spChg chg="mod">
          <ac:chgData name="대승 고" userId="8296c006db2f14ee" providerId="LiveId" clId="{F997F1B9-429E-4192-954F-F4CED232CDE9}" dt="2026-04-24T09:19:24.752" v="2320" actId="27636"/>
          <ac:spMkLst>
            <pc:docMk/>
            <pc:sldMk cId="567265254" sldId="267"/>
            <ac:spMk id="9" creationId="{1A54AE42-CF5C-4E1D-A3D6-484A229D82DF}"/>
          </ac:spMkLst>
        </pc:spChg>
        <pc:spChg chg="mod">
          <ac:chgData name="대승 고" userId="8296c006db2f14ee" providerId="LiveId" clId="{F997F1B9-429E-4192-954F-F4CED232CDE9}" dt="2026-04-24T09:19:24.751" v="2319" actId="27636"/>
          <ac:spMkLst>
            <pc:docMk/>
            <pc:sldMk cId="567265254" sldId="267"/>
            <ac:spMk id="11" creationId="{011C19BA-D1B0-42CC-BCAA-818278B87C85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15" creationId="{2EC3FD6B-0235-4A10-9AAC-736B2BD03840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18" creationId="{5F75ADFA-7F0F-4063-A8D4-D33D88D01F23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19" creationId="{32406A62-2947-4E3E-9B15-7F2580EAC6CC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21" creationId="{42332425-70B1-4BCC-A1DB-C85997E2913E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23" creationId="{37FE4A39-6AA1-46B8-9DE6-0A00BBC4B2A3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29" creationId="{8ED49523-EBAF-42FA-B1F1-0FA6BF4F569B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38" creationId="{4742139D-3C34-4C91-ABBF-54E40DA50284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42" creationId="{736BF607-B13F-4FD6-9DC9-0AF17CDFEA9D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46" creationId="{D6C58A2A-0F96-4DF3-AF67-9717760B27E7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50" creationId="{9ECB6A72-1201-4BCD-AE40-B78552805C0C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52" creationId="{54773947-88E6-4839-9DEC-99453D645DD4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53" creationId="{33D90B24-E79E-4AC2-B237-E794640ECB2D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54" creationId="{928EEA1F-2D98-4A9C-B0E9-69F945A8F1E8}"/>
          </ac:spMkLst>
        </pc:spChg>
        <pc:spChg chg="mod">
          <ac:chgData name="대승 고" userId="8296c006db2f14ee" providerId="LiveId" clId="{F997F1B9-429E-4192-954F-F4CED232CDE9}" dt="2026-04-24T09:25:23.279" v="2692" actId="403"/>
          <ac:spMkLst>
            <pc:docMk/>
            <pc:sldMk cId="567265254" sldId="267"/>
            <ac:spMk id="56" creationId="{91EC5954-42DE-4144-BB9C-BD0DEDA0638F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60" creationId="{236433EA-54B1-4814-955C-E89282599501}"/>
          </ac:spMkLst>
        </pc:spChg>
        <pc:spChg chg="add del 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61" creationId="{FBA01DDB-38AA-44C4-BA83-246EE6E9F319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62" creationId="{FB04F320-1697-4930-99DA-07BAB890240E}"/>
          </ac:spMkLst>
        </pc:spChg>
        <pc:spChg chg="add del mod">
          <ac:chgData name="대승 고" userId="8296c006db2f14ee" providerId="LiveId" clId="{F997F1B9-429E-4192-954F-F4CED232CDE9}" dt="2026-04-24T09:19:24.752" v="2321" actId="27636"/>
          <ac:spMkLst>
            <pc:docMk/>
            <pc:sldMk cId="567265254" sldId="267"/>
            <ac:spMk id="63" creationId="{0334DFDA-8474-4937-8871-6D73F4147F06}"/>
          </ac:spMkLst>
        </pc:spChg>
        <pc:spChg chg="add del mod">
          <ac:chgData name="대승 고" userId="8296c006db2f14ee" providerId="LiveId" clId="{F997F1B9-429E-4192-954F-F4CED232CDE9}" dt="2026-04-24T09:19:24.754" v="2323" actId="27636"/>
          <ac:spMkLst>
            <pc:docMk/>
            <pc:sldMk cId="567265254" sldId="267"/>
            <ac:spMk id="65" creationId="{068BF63B-109A-45FB-A51B-6CBCAD289EB1}"/>
          </ac:spMkLst>
        </pc:spChg>
        <pc:spChg chg="mod">
          <ac:chgData name="대승 고" userId="8296c006db2f14ee" providerId="LiveId" clId="{F997F1B9-429E-4192-954F-F4CED232CDE9}" dt="2026-04-24T09:19:24.753" v="2322" actId="27636"/>
          <ac:spMkLst>
            <pc:docMk/>
            <pc:sldMk cId="567265254" sldId="267"/>
            <ac:spMk id="67" creationId="{B920A485-A7E6-45E7-B38E-0D6482131B2F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68" creationId="{F0384ED3-4A60-401C-BB2B-EEE1ECE9E711}"/>
          </ac:spMkLst>
        </pc:spChg>
        <pc:spChg chg="add del 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1" creationId="{A1BBC12A-4E54-4465-8B43-778E1FF08EF0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3" creationId="{4421FF02-DE1F-40BD-96FC-4DCDC666F1D5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5" creationId="{F8EA10F5-5432-4BF1-B4E8-2373B2F07493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76" creationId="{8D946CB9-2489-48C7-BCE3-4581E18EB0DA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7" creationId="{B326CEFC-A59F-4211-9F85-8774EC0AB89C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78" creationId="{187D2B26-6E77-4174-B0BE-DCF2ABB39D0C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79" creationId="{0087480B-278E-47CE-B08D-10F7D16358F1}"/>
          </ac:spMkLst>
        </pc:spChg>
        <pc:spChg chg="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80" creationId="{E54590BD-59C0-49B4-AC3A-B72C4EDFA519}"/>
          </ac:spMkLst>
        </pc:spChg>
        <pc:spChg chg="add del">
          <ac:chgData name="대승 고" userId="8296c006db2f14ee" providerId="LiveId" clId="{F997F1B9-429E-4192-954F-F4CED232CDE9}" dt="2026-04-24T04:57:53.178" v="6" actId="478"/>
          <ac:spMkLst>
            <pc:docMk/>
            <pc:sldMk cId="567265254" sldId="267"/>
            <ac:spMk id="83" creationId="{5462966C-92DE-48A6-9F29-8C692D6E20F3}"/>
          </ac:spMkLst>
        </pc:spChg>
        <pc:spChg chg="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84" creationId="{F14C4F86-BBA7-491A-BDBF-204A1E6BF76E}"/>
          </ac:spMkLst>
        </pc:spChg>
        <pc:spChg chg="add mod">
          <ac:chgData name="대승 고" userId="8296c006db2f14ee" providerId="LiveId" clId="{F997F1B9-429E-4192-954F-F4CED232CDE9}" dt="2026-04-24T09:25:25.885" v="2693" actId="403"/>
          <ac:spMkLst>
            <pc:docMk/>
            <pc:sldMk cId="567265254" sldId="267"/>
            <ac:spMk id="85" creationId="{B6D7F461-F84B-4138-9751-C76A72D51DBF}"/>
          </ac:spMkLst>
        </pc:spChg>
        <pc:spChg chg="del">
          <ac:chgData name="대승 고" userId="8296c006db2f14ee" providerId="LiveId" clId="{F997F1B9-429E-4192-954F-F4CED232CDE9}" dt="2026-04-24T04:57:36.021" v="3" actId="478"/>
          <ac:spMkLst>
            <pc:docMk/>
            <pc:sldMk cId="567265254" sldId="267"/>
            <ac:spMk id="86" creationId="{58E9E020-A77C-4364-B8AA-45D4A71A2B14}"/>
          </ac:spMkLst>
        </pc:spChg>
        <pc:spChg chg="add del mod">
          <ac:chgData name="대승 고" userId="8296c006db2f14ee" providerId="LiveId" clId="{F997F1B9-429E-4192-954F-F4CED232CDE9}" dt="2026-04-24T09:19:24.744" v="2318" actId="255"/>
          <ac:spMkLst>
            <pc:docMk/>
            <pc:sldMk cId="567265254" sldId="267"/>
            <ac:spMk id="91" creationId="{915DC4DE-A593-45A7-9973-83453E910367}"/>
          </ac:spMkLst>
        </pc:spChg>
        <pc:spChg chg="add del">
          <ac:chgData name="대승 고" userId="8296c006db2f14ee" providerId="LiveId" clId="{F997F1B9-429E-4192-954F-F4CED232CDE9}" dt="2026-04-24T08:38:24.172" v="590" actId="478"/>
          <ac:spMkLst>
            <pc:docMk/>
            <pc:sldMk cId="567265254" sldId="267"/>
            <ac:spMk id="92" creationId="{0C2FDC39-5A87-49BE-B604-ECDB383621D4}"/>
          </ac:spMkLst>
        </pc:spChg>
      </pc:sldChg>
      <pc:sldChg chg="modSp mod">
        <pc:chgData name="대승 고" userId="8296c006db2f14ee" providerId="LiveId" clId="{F997F1B9-429E-4192-954F-F4CED232CDE9}" dt="2026-04-24T09:19:33.356" v="2326" actId="255"/>
        <pc:sldMkLst>
          <pc:docMk/>
          <pc:sldMk cId="396681430" sldId="268"/>
        </pc:sldMkLst>
        <pc:spChg chg="mod">
          <ac:chgData name="대승 고" userId="8296c006db2f14ee" providerId="LiveId" clId="{F997F1B9-429E-4192-954F-F4CED232CDE9}" dt="2026-04-24T08:37:16.012" v="589" actId="6549"/>
          <ac:spMkLst>
            <pc:docMk/>
            <pc:sldMk cId="396681430" sldId="268"/>
            <ac:spMk id="2" creationId="{64C02695-52BF-4B5E-9029-51401DB161B7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4" creationId="{E8B2DB12-A6B0-4C74-93EF-6F338FD885D4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7" creationId="{85EDEF72-CA10-4194-B44F-C75DF2277320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16" creationId="{604AFFDC-C392-42B9-91A2-F45E36BE879B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18" creationId="{F88B828E-A2E7-4936-BB2B-D5489E3BEABB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23" creationId="{4A3771DC-6A9C-419B-B762-65EC3C54AA40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27" creationId="{1F9856D4-89EA-4AF9-B2F5-A818C0EFCBA7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31" creationId="{569A4DBD-47A4-484D-89DE-11D5960F6B16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35" creationId="{15C80833-226B-492F-87E6-6BA6A248447A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42" creationId="{3A776031-4411-4D7C-ADDC-573344818190}"/>
          </ac:spMkLst>
        </pc:spChg>
        <pc:spChg chg="mod">
          <ac:chgData name="대승 고" userId="8296c006db2f14ee" providerId="LiveId" clId="{F997F1B9-429E-4192-954F-F4CED232CDE9}" dt="2026-04-24T09:19:33.356" v="2326" actId="255"/>
          <ac:spMkLst>
            <pc:docMk/>
            <pc:sldMk cId="396681430" sldId="268"/>
            <ac:spMk id="45" creationId="{FD28F7BA-A8AC-44A2-A043-1DF623A30A4C}"/>
          </ac:spMkLst>
        </pc:spChg>
      </pc:sldChg>
      <pc:sldChg chg="delSp del mod">
        <pc:chgData name="대승 고" userId="8296c006db2f14ee" providerId="LiveId" clId="{F997F1B9-429E-4192-954F-F4CED232CDE9}" dt="2026-04-24T08:51:28.338" v="1422" actId="47"/>
        <pc:sldMkLst>
          <pc:docMk/>
          <pc:sldMk cId="654114080" sldId="269"/>
        </pc:sldMkLst>
        <pc:spChg chg="del">
          <ac:chgData name="대승 고" userId="8296c006db2f14ee" providerId="LiveId" clId="{F997F1B9-429E-4192-954F-F4CED232CDE9}" dt="2026-04-24T08:35:00.807" v="588" actId="478"/>
          <ac:spMkLst>
            <pc:docMk/>
            <pc:sldMk cId="654114080" sldId="269"/>
            <ac:spMk id="38" creationId="{0C2FDC39-5A87-49BE-B604-ECDB383621D4}"/>
          </ac:spMkLst>
        </pc:spChg>
      </pc:sldChg>
      <pc:sldChg chg="add del">
        <pc:chgData name="대승 고" userId="8296c006db2f14ee" providerId="LiveId" clId="{F997F1B9-429E-4192-954F-F4CED232CDE9}" dt="2026-04-24T04:57:01.509" v="2" actId="47"/>
        <pc:sldMkLst>
          <pc:docMk/>
          <pc:sldMk cId="1603293404" sldId="27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7057309-BB74-42D9-B7E6-A9B1D0C381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A603447-F737-48BC-A150-A36FDFDF6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DB6B30-3439-4DD3-8678-5B3EC65A54F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EE60693C-C8D0-43BE-B65B-DF5D1F2F93C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C2F7BC9-B25E-4556-ADD4-A0ACD303E73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7783F4B-1273-48E8-B12C-6E93D67F3AC3}"/>
              </a:ext>
            </a:extLst>
          </p:cNvPr>
          <p:cNvSpPr>
            <a:spLocks noGrp="1"/>
          </p:cNvSpPr>
          <p:nvPr/>
        </p:nvSpPr>
        <p:spPr>
          <a:xfrm>
            <a:off x="0" y="2895600"/>
            <a:ext cx="121920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3150" b="1">
                <a:solidFill>
                  <a:srgbClr val="1E2D4A"/>
                </a:solidFill>
              </a:defRPr>
            </a:pPr>
            <a:r>
              <a:rPr sz="3150" b="1" dirty="0">
                <a:solidFill>
                  <a:srgbClr val="1E2D4A"/>
                </a:solidFill>
              </a:rPr>
              <a:t>Spin Miner </a:t>
            </a:r>
            <a:r>
              <a:rPr sz="3150" b="1" dirty="0" err="1">
                <a:solidFill>
                  <a:srgbClr val="1E2D4A"/>
                </a:solidFill>
              </a:rPr>
              <a:t>브레이크</a:t>
            </a:r>
            <a:r>
              <a:rPr sz="3150" b="1" dirty="0">
                <a:solidFill>
                  <a:srgbClr val="1E2D4A"/>
                </a:solidFill>
              </a:rPr>
              <a:t> </a:t>
            </a:r>
            <a:r>
              <a:rPr sz="3150" b="1" dirty="0" err="1">
                <a:solidFill>
                  <a:srgbClr val="1E2D4A"/>
                </a:solidFill>
              </a:rPr>
              <a:t>시스템</a:t>
            </a:r>
            <a:endParaRPr sz="3150" b="1" dirty="0">
              <a:solidFill>
                <a:srgbClr val="1E2D4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219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DE38FA4-1E90-49F2-9470-79010CA0563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1.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89F00B0-F01C-45FD-B4F8-9426979208D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 sz="12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632B403-9912-4D50-A713-BEDF04374B35}"/>
              </a:ext>
            </a:extLst>
          </p:cNvPr>
          <p:cNvSpPr>
            <a:spLocks noGrp="1"/>
          </p:cNvSpPr>
          <p:nvPr/>
        </p:nvSpPr>
        <p:spPr>
          <a:xfrm>
            <a:off x="95250" y="7810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1.1. 시스템 정의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3C6442-A4D7-404B-8A6D-86DE3A4059E9}"/>
              </a:ext>
            </a:extLst>
          </p:cNvPr>
          <p:cNvSpPr>
            <a:spLocks noGrp="1"/>
          </p:cNvSpPr>
          <p:nvPr/>
        </p:nvSpPr>
        <p:spPr>
          <a:xfrm>
            <a:off x="95250" y="1123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중</a:t>
            </a:r>
            <a:r>
              <a:rPr lang="ko-KR" altLang="en-US" sz="1200" b="0" dirty="0">
                <a:solidFill>
                  <a:srgbClr val="202020"/>
                </a:solidFill>
              </a:rPr>
              <a:t>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노출되고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공략을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통해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일정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발생시키는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시스템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8820293-8214-48F0-B795-1FACFAC2FF1F}"/>
              </a:ext>
            </a:extLst>
          </p:cNvPr>
          <p:cNvSpPr>
            <a:spLocks noGrp="1"/>
          </p:cNvSpPr>
          <p:nvPr/>
        </p:nvSpPr>
        <p:spPr>
          <a:xfrm>
            <a:off x="95250" y="14001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상태에서는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lang="ko-KR" altLang="en-US" sz="1200" dirty="0">
                <a:solidFill>
                  <a:srgbClr val="202020"/>
                </a:solidFill>
              </a:rPr>
              <a:t>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취약해져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채굴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효율이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상승한다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38380F-2D1C-4FC5-B735-4F6DE7E4A0B3}"/>
              </a:ext>
            </a:extLst>
          </p:cNvPr>
          <p:cNvSpPr>
            <a:spLocks noGrp="1"/>
          </p:cNvSpPr>
          <p:nvPr/>
        </p:nvSpPr>
        <p:spPr>
          <a:xfrm>
            <a:off x="95250" y="16764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약점은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브레이크를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발생시키는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시동기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역할로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정의한다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FB9708E-6D52-4906-BDE1-EFDCF68354DA}"/>
              </a:ext>
            </a:extLst>
          </p:cNvPr>
          <p:cNvSpPr>
            <a:spLocks noGrp="1"/>
          </p:cNvSpPr>
          <p:nvPr/>
        </p:nvSpPr>
        <p:spPr>
          <a:xfrm>
            <a:off x="95250" y="2209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1.2. 적용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5625521-CB52-47C4-9F7D-79775DAF0EA2}"/>
              </a:ext>
            </a:extLst>
          </p:cNvPr>
          <p:cNvSpPr>
            <a:spLocks noGrp="1"/>
          </p:cNvSpPr>
          <p:nvPr/>
        </p:nvSpPr>
        <p:spPr>
          <a:xfrm>
            <a:off x="95250" y="2552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대기</a:t>
            </a:r>
            <a:r>
              <a:rPr lang="ko-KR" altLang="en-US" sz="1200" dirty="0">
                <a:solidFill>
                  <a:srgbClr val="202020"/>
                </a:solidFill>
              </a:rPr>
              <a:t>하며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반복되는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구간에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조작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목적을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부여한다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B1BD790-6C30-4955-9DE4-7503F7AD5F23}"/>
              </a:ext>
            </a:extLst>
          </p:cNvPr>
          <p:cNvSpPr>
            <a:spLocks noGrp="1"/>
          </p:cNvSpPr>
          <p:nvPr/>
        </p:nvSpPr>
        <p:spPr>
          <a:xfrm>
            <a:off x="95250" y="28289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 노출, 약점 공략, 브레이크 보상 구간을 분리해 플레이 리듬을 만든다.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7BF92A-33D6-4CAF-BB8B-6F8D5FBDA62C}"/>
              </a:ext>
            </a:extLst>
          </p:cNvPr>
          <p:cNvSpPr>
            <a:spLocks noGrp="1"/>
          </p:cNvSpPr>
          <p:nvPr/>
        </p:nvSpPr>
        <p:spPr>
          <a:xfrm>
            <a:off x="95250" y="31051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앞에서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플레이어가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위치와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타격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대상을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의식하도록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만든다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4594842-F7FD-42B2-9F6F-C56A4D6DC0AD}"/>
              </a:ext>
            </a:extLst>
          </p:cNvPr>
          <p:cNvSpPr>
            <a:spLocks noGrp="1"/>
          </p:cNvSpPr>
          <p:nvPr/>
        </p:nvSpPr>
        <p:spPr>
          <a:xfrm>
            <a:off x="95250" y="3638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1.3. 기대 효과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87C1A7-1A04-4403-A504-D7457AD30488}"/>
              </a:ext>
            </a:extLst>
          </p:cNvPr>
          <p:cNvSpPr>
            <a:spLocks noGrp="1"/>
          </p:cNvSpPr>
          <p:nvPr/>
        </p:nvSpPr>
        <p:spPr>
          <a:xfrm>
            <a:off x="95250" y="3981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대형 광물을 오래 때리는 대상이 아니라 공략 대상처럼 인식하게 한다.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E4D00D1-A5A8-4731-9A26-61762EC32127}"/>
              </a:ext>
            </a:extLst>
          </p:cNvPr>
          <p:cNvSpPr>
            <a:spLocks noGrp="1"/>
          </p:cNvSpPr>
          <p:nvPr/>
        </p:nvSpPr>
        <p:spPr>
          <a:xfrm>
            <a:off x="95250" y="42576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타이밍을 통해 짧은 보상 구간을 제공한다.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266E56E-E7DA-4B6D-B66D-3C60B9A64892}"/>
              </a:ext>
            </a:extLst>
          </p:cNvPr>
          <p:cNvSpPr>
            <a:spLocks noGrp="1"/>
          </p:cNvSpPr>
          <p:nvPr/>
        </p:nvSpPr>
        <p:spPr>
          <a:xfrm>
            <a:off x="95250" y="45339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대형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광물의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체류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공략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단계로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분해한다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F99CE827-9FA9-4EE7-8A72-A454713AE204}"/>
              </a:ext>
            </a:extLst>
          </p:cNvPr>
          <p:cNvSpPr>
            <a:spLocks noGrp="1"/>
          </p:cNvSpPr>
          <p:nvPr/>
        </p:nvSpPr>
        <p:spPr>
          <a:xfrm>
            <a:off x="95250" y="52578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1.4. 참고 링크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8E7B01F-C386-48C4-A4E4-215494F98436}"/>
              </a:ext>
            </a:extLst>
          </p:cNvPr>
          <p:cNvSpPr>
            <a:spLocks noGrp="1"/>
          </p:cNvSpPr>
          <p:nvPr/>
        </p:nvSpPr>
        <p:spPr>
          <a:xfrm>
            <a:off x="95250" y="56102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12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lang="ko-KR" altLang="en-US" sz="1200" b="0" dirty="0">
                <a:solidFill>
                  <a:srgbClr val="202020"/>
                </a:solidFill>
              </a:rPr>
              <a:t>프로토 타입 </a:t>
            </a:r>
            <a:r>
              <a:rPr sz="1200" b="0" dirty="0" err="1">
                <a:solidFill>
                  <a:srgbClr val="202020"/>
                </a:solidFill>
              </a:rPr>
              <a:t>플레이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링크</a:t>
            </a:r>
            <a:r>
              <a:rPr sz="1200" b="0" dirty="0">
                <a:solidFill>
                  <a:srgbClr val="202020"/>
                </a:solidFill>
              </a:rPr>
              <a:t>: https://bigtory-web.github.io/spin-miner-prototype/</a:t>
            </a:r>
          </a:p>
        </p:txBody>
      </p:sp>
    </p:spTree>
    <p:extLst>
      <p:ext uri="{BB962C8B-B14F-4D97-AF65-F5344CB8AC3E}">
        <p14:creationId xmlns:p14="http://schemas.microsoft.com/office/powerpoint/2010/main" val="525846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B4CC70E-2B6C-4E3C-B9A0-CE7FB9421C8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2. 용어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0A1CE62-5BDA-409C-B707-0403F7409E3C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9FD2C99-DF39-465D-9A61-53D0951DBBE5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1809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FF80F41-20B1-4782-9A39-894E3F47C09B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용어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9E13BC0-A8A4-4CF4-94FE-B75BBC0DAE7C}"/>
              </a:ext>
            </a:extLst>
          </p:cNvPr>
          <p:cNvSpPr>
            <a:spLocks noGrp="1"/>
          </p:cNvSpPr>
          <p:nvPr/>
        </p:nvSpPr>
        <p:spPr>
          <a:xfrm>
            <a:off x="2000250" y="914400"/>
            <a:ext cx="533400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58C1B-0083-46F9-A1F3-17E18B91A78C}"/>
              </a:ext>
            </a:extLst>
          </p:cNvPr>
          <p:cNvSpPr>
            <a:spLocks noGrp="1"/>
          </p:cNvSpPr>
          <p:nvPr/>
        </p:nvSpPr>
        <p:spPr>
          <a:xfrm>
            <a:off x="2057400" y="9525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4E5C148-2BC4-4C09-A737-07CF3DD537E9}"/>
              </a:ext>
            </a:extLst>
          </p:cNvPr>
          <p:cNvSpPr>
            <a:spLocks noGrp="1"/>
          </p:cNvSpPr>
          <p:nvPr/>
        </p:nvSpPr>
        <p:spPr>
          <a:xfrm>
            <a:off x="7334250" y="914400"/>
            <a:ext cx="4476750" cy="5905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A6C2D8E-49B7-4D70-A04B-DDAAB5E1678D}"/>
              </a:ext>
            </a:extLst>
          </p:cNvPr>
          <p:cNvSpPr>
            <a:spLocks noGrp="1"/>
          </p:cNvSpPr>
          <p:nvPr/>
        </p:nvSpPr>
        <p:spPr>
          <a:xfrm>
            <a:off x="7391400" y="9525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050" b="1">
                <a:solidFill>
                  <a:srgbClr val="202020"/>
                </a:solidFill>
              </a:defRPr>
            </a:pPr>
            <a:r>
              <a:rPr sz="1100" b="1">
                <a:solidFill>
                  <a:srgbClr val="202020"/>
                </a:solidFill>
              </a:rPr>
              <a:t>기획상 역할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DBE986-8374-488F-A29A-5F70E62FA54B}"/>
              </a:ext>
            </a:extLst>
          </p:cNvPr>
          <p:cNvSpPr>
            <a:spLocks noGrp="1"/>
          </p:cNvSpPr>
          <p:nvPr/>
        </p:nvSpPr>
        <p:spPr>
          <a:xfrm>
            <a:off x="190500" y="1504950"/>
            <a:ext cx="1809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05DCA-D6DB-4A40-99A3-5626B82B5C85}"/>
              </a:ext>
            </a:extLst>
          </p:cNvPr>
          <p:cNvSpPr>
            <a:spLocks noGrp="1"/>
          </p:cNvSpPr>
          <p:nvPr/>
        </p:nvSpPr>
        <p:spPr>
          <a:xfrm>
            <a:off x="247650" y="15430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DFF4EA4-C696-4B0E-9789-FD6CDDE79D5A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533400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A0E9971-3A7C-469A-BDAE-49E1E3D83285}"/>
              </a:ext>
            </a:extLst>
          </p:cNvPr>
          <p:cNvSpPr>
            <a:spLocks noGrp="1"/>
          </p:cNvSpPr>
          <p:nvPr/>
        </p:nvSpPr>
        <p:spPr>
          <a:xfrm>
            <a:off x="2057400" y="15430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대형 광물 타격하면 해당 광물 근처에 등장하는 공략 포인트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A0E49DA-10AF-4998-B58C-E1B22F44A2BA}"/>
              </a:ext>
            </a:extLst>
          </p:cNvPr>
          <p:cNvSpPr>
            <a:spLocks noGrp="1"/>
          </p:cNvSpPr>
          <p:nvPr/>
        </p:nvSpPr>
        <p:spPr>
          <a:xfrm>
            <a:off x="7334250" y="1504950"/>
            <a:ext cx="4476750" cy="5905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AA6DD05-A3E0-4DFF-8734-4DAD075EBBC9}"/>
              </a:ext>
            </a:extLst>
          </p:cNvPr>
          <p:cNvSpPr>
            <a:spLocks noGrp="1"/>
          </p:cNvSpPr>
          <p:nvPr/>
        </p:nvSpPr>
        <p:spPr>
          <a:xfrm>
            <a:off x="7391400" y="15430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브레이크를 발생시키기 위한 시동기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97A6D0A0-6887-40BA-A15B-F572EDDF420C}"/>
              </a:ext>
            </a:extLst>
          </p:cNvPr>
          <p:cNvSpPr>
            <a:spLocks noGrp="1"/>
          </p:cNvSpPr>
          <p:nvPr/>
        </p:nvSpPr>
        <p:spPr>
          <a:xfrm>
            <a:off x="190500" y="209550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199911-3032-4CF2-AF49-8751BFA83ED8}"/>
              </a:ext>
            </a:extLst>
          </p:cNvPr>
          <p:cNvSpPr>
            <a:spLocks noGrp="1"/>
          </p:cNvSpPr>
          <p:nvPr/>
        </p:nvSpPr>
        <p:spPr>
          <a:xfrm>
            <a:off x="247650" y="213360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C737971-450B-4D21-85B0-62F870184E3C}"/>
              </a:ext>
            </a:extLst>
          </p:cNvPr>
          <p:cNvSpPr>
            <a:spLocks noGrp="1"/>
          </p:cNvSpPr>
          <p:nvPr/>
        </p:nvSpPr>
        <p:spPr>
          <a:xfrm>
            <a:off x="2000250" y="209550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FB01960-49F0-4F42-ADDF-C64A4E425ADF}"/>
              </a:ext>
            </a:extLst>
          </p:cNvPr>
          <p:cNvSpPr>
            <a:spLocks noGrp="1"/>
          </p:cNvSpPr>
          <p:nvPr/>
        </p:nvSpPr>
        <p:spPr>
          <a:xfrm>
            <a:off x="2057400" y="213360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약점</a:t>
            </a:r>
            <a:r>
              <a:rPr lang="en-US" sz="1000" dirty="0">
                <a:solidFill>
                  <a:srgbClr val="202020"/>
                </a:solidFill>
              </a:rPr>
              <a:t> </a:t>
            </a:r>
            <a:r>
              <a:rPr lang="ko-KR" altLang="en-US" sz="1000" dirty="0">
                <a:solidFill>
                  <a:srgbClr val="202020"/>
                </a:solidFill>
              </a:rPr>
              <a:t>포인트를 일정 횟수 타격하면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일정 시간 발생하는 </a:t>
            </a:r>
            <a:r>
              <a:rPr sz="1000" b="0" dirty="0" err="1">
                <a:solidFill>
                  <a:srgbClr val="202020"/>
                </a:solidFill>
              </a:rPr>
              <a:t>취약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상태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EE23633-4BCB-4905-AE11-41B4F4F4D036}"/>
              </a:ext>
            </a:extLst>
          </p:cNvPr>
          <p:cNvSpPr>
            <a:spLocks noGrp="1"/>
          </p:cNvSpPr>
          <p:nvPr/>
        </p:nvSpPr>
        <p:spPr>
          <a:xfrm>
            <a:off x="7334250" y="209550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B71A1E-7512-440F-B4F9-7BF6E5560BF2}"/>
              </a:ext>
            </a:extLst>
          </p:cNvPr>
          <p:cNvSpPr>
            <a:spLocks noGrp="1"/>
          </p:cNvSpPr>
          <p:nvPr/>
        </p:nvSpPr>
        <p:spPr>
          <a:xfrm>
            <a:off x="7391400" y="213360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1000" b="0" dirty="0">
                <a:solidFill>
                  <a:srgbClr val="202020"/>
                </a:solidFill>
              </a:rPr>
              <a:t>긴 </a:t>
            </a:r>
            <a:r>
              <a:rPr sz="1000" b="0" dirty="0" err="1">
                <a:solidFill>
                  <a:srgbClr val="202020"/>
                </a:solidFill>
              </a:rPr>
              <a:t>체류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구간에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리듬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변화를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주는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보상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구간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053A35F8-DE08-495C-AB2F-954EC1FF6E3B}"/>
              </a:ext>
            </a:extLst>
          </p:cNvPr>
          <p:cNvSpPr>
            <a:spLocks noGrp="1"/>
          </p:cNvSpPr>
          <p:nvPr/>
        </p:nvSpPr>
        <p:spPr>
          <a:xfrm>
            <a:off x="190500" y="2686050"/>
            <a:ext cx="1809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7D416A3-FC46-4674-8917-6471F3566D1F}"/>
              </a:ext>
            </a:extLst>
          </p:cNvPr>
          <p:cNvSpPr>
            <a:spLocks noGrp="1"/>
          </p:cNvSpPr>
          <p:nvPr/>
        </p:nvSpPr>
        <p:spPr>
          <a:xfrm>
            <a:off x="247650" y="2724150"/>
            <a:ext cx="1695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대형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C40398F-04D5-4C75-967D-05AFC8CBE9AC}"/>
              </a:ext>
            </a:extLst>
          </p:cNvPr>
          <p:cNvSpPr>
            <a:spLocks noGrp="1"/>
          </p:cNvSpPr>
          <p:nvPr/>
        </p:nvSpPr>
        <p:spPr>
          <a:xfrm>
            <a:off x="2000250" y="2686050"/>
            <a:ext cx="533400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E7A74C-60AA-4FB8-B7FF-9174571FA0A8}"/>
              </a:ext>
            </a:extLst>
          </p:cNvPr>
          <p:cNvSpPr>
            <a:spLocks noGrp="1"/>
          </p:cNvSpPr>
          <p:nvPr/>
        </p:nvSpPr>
        <p:spPr>
          <a:xfrm>
            <a:off x="2057400" y="2724150"/>
            <a:ext cx="5219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브레이크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규칙을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적용받는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lang="en-US" sz="1000" b="0" dirty="0">
              <a:solidFill>
                <a:srgbClr val="202020"/>
              </a:solidFill>
            </a:endParaRPr>
          </a:p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캐릭터 </a:t>
            </a:r>
            <a:r>
              <a:rPr lang="en-US" altLang="ko-KR" sz="1000" b="0" dirty="0">
                <a:solidFill>
                  <a:srgbClr val="202020"/>
                </a:solidFill>
              </a:rPr>
              <a:t>DPS </a:t>
            </a:r>
            <a:r>
              <a:rPr lang="ko-KR" altLang="en-US" sz="1000" dirty="0">
                <a:solidFill>
                  <a:srgbClr val="202020"/>
                </a:solidFill>
              </a:rPr>
              <a:t>대비 </a:t>
            </a:r>
            <a:r>
              <a:rPr lang="en-US" altLang="ko-KR" sz="1000" dirty="0">
                <a:solidFill>
                  <a:srgbClr val="202020"/>
                </a:solidFill>
              </a:rPr>
              <a:t>HP</a:t>
            </a:r>
            <a:r>
              <a:rPr lang="ko-KR" altLang="en-US" sz="1000" dirty="0">
                <a:solidFill>
                  <a:srgbClr val="202020"/>
                </a:solidFill>
              </a:rPr>
              <a:t>가 높을 경우 대형 광물로 취급한다</a:t>
            </a:r>
            <a:r>
              <a:rPr lang="en-US" altLang="ko-KR" sz="1000" dirty="0">
                <a:solidFill>
                  <a:srgbClr val="202020"/>
                </a:solidFill>
              </a:rPr>
              <a:t>.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FFE3923-E79A-4399-ACCC-DA1A509CE393}"/>
              </a:ext>
            </a:extLst>
          </p:cNvPr>
          <p:cNvSpPr>
            <a:spLocks noGrp="1"/>
          </p:cNvSpPr>
          <p:nvPr/>
        </p:nvSpPr>
        <p:spPr>
          <a:xfrm>
            <a:off x="7334250" y="2686050"/>
            <a:ext cx="4476750" cy="5905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7E1B44-12DB-4EBE-B9A9-7BC32BB725FD}"/>
              </a:ext>
            </a:extLst>
          </p:cNvPr>
          <p:cNvSpPr>
            <a:spLocks noGrp="1"/>
          </p:cNvSpPr>
          <p:nvPr/>
        </p:nvSpPr>
        <p:spPr>
          <a:xfrm>
            <a:off x="7391400" y="2724150"/>
            <a:ext cx="43624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장시간 체류 구간에 리듬 변화를 부여할 대상</a:t>
            </a:r>
          </a:p>
        </p:txBody>
      </p:sp>
    </p:spTree>
    <p:extLst>
      <p:ext uri="{BB962C8B-B14F-4D97-AF65-F5344CB8AC3E}">
        <p14:creationId xmlns:p14="http://schemas.microsoft.com/office/powerpoint/2010/main" val="393132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946A97D7-9997-47B9-8DEE-859FFE645D06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3. </a:t>
            </a:r>
            <a:r>
              <a:rPr sz="2250" b="1" dirty="0" err="1">
                <a:solidFill>
                  <a:srgbClr val="1E2D4A"/>
                </a:solidFill>
              </a:rPr>
              <a:t>플레이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lang="ko-KR" altLang="en-US" sz="2250" b="1" dirty="0">
                <a:solidFill>
                  <a:srgbClr val="1E2D4A"/>
                </a:solidFill>
              </a:rPr>
              <a:t>경험</a:t>
            </a:r>
            <a:r>
              <a:rPr sz="2250" b="1" dirty="0">
                <a:solidFill>
                  <a:srgbClr val="1E2D4A"/>
                </a:solidFill>
              </a:rPr>
              <a:t> 및 </a:t>
            </a:r>
            <a:r>
              <a:rPr lang="ko-KR" altLang="en-US" sz="2250" b="1" dirty="0">
                <a:solidFill>
                  <a:srgbClr val="1E2D4A"/>
                </a:solidFill>
              </a:rPr>
              <a:t>개선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방향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636A3FC-22E3-4876-9C55-2638DA31BA12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E76F12-75CC-464B-85E5-C945114FEF7E}"/>
              </a:ext>
            </a:extLst>
          </p:cNvPr>
          <p:cNvSpPr>
            <a:spLocks noGrp="1"/>
          </p:cNvSpPr>
          <p:nvPr/>
        </p:nvSpPr>
        <p:spPr>
          <a:xfrm>
            <a:off x="95250" y="8001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 dirty="0">
                <a:solidFill>
                  <a:srgbClr val="202020"/>
                </a:solidFill>
              </a:rPr>
              <a:t>3.1. </a:t>
            </a:r>
            <a:r>
              <a:rPr lang="ko-KR" altLang="en-US" sz="1200" b="1" dirty="0">
                <a:solidFill>
                  <a:srgbClr val="202020"/>
                </a:solidFill>
              </a:rPr>
              <a:t>플레이 경험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D66BB2-24E3-4D19-9C79-81722143ECC5}"/>
              </a:ext>
            </a:extLst>
          </p:cNvPr>
          <p:cNvSpPr>
            <a:spLocks noGrp="1"/>
          </p:cNvSpPr>
          <p:nvPr/>
        </p:nvSpPr>
        <p:spPr>
          <a:xfrm>
            <a:off x="95250" y="1704975"/>
            <a:ext cx="1524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6C8D893-663C-43BE-BA0F-5440BD26FEC5}"/>
              </a:ext>
            </a:extLst>
          </p:cNvPr>
          <p:cNvSpPr>
            <a:spLocks noGrp="1"/>
          </p:cNvSpPr>
          <p:nvPr/>
        </p:nvSpPr>
        <p:spPr>
          <a:xfrm>
            <a:off x="152400" y="17430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E8DF122-B47A-419D-950C-0DBE13156C5D}"/>
              </a:ext>
            </a:extLst>
          </p:cNvPr>
          <p:cNvSpPr>
            <a:spLocks noGrp="1"/>
          </p:cNvSpPr>
          <p:nvPr/>
        </p:nvSpPr>
        <p:spPr>
          <a:xfrm>
            <a:off x="1619250" y="1704975"/>
            <a:ext cx="4286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447D16-4757-457F-941A-79E1C0D48C66}"/>
              </a:ext>
            </a:extLst>
          </p:cNvPr>
          <p:cNvSpPr>
            <a:spLocks noGrp="1"/>
          </p:cNvSpPr>
          <p:nvPr/>
        </p:nvSpPr>
        <p:spPr>
          <a:xfrm>
            <a:off x="1676400" y="17430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lang="ko-KR" altLang="en-US" sz="1000" b="1" dirty="0">
                <a:solidFill>
                  <a:srgbClr val="202020"/>
                </a:solidFill>
              </a:rPr>
              <a:t>플레이 경험</a:t>
            </a:r>
            <a:endParaRPr sz="1000" b="1" dirty="0">
              <a:solidFill>
                <a:srgbClr val="20202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FB7437C-ADC6-4DE7-8C2D-FA36754C4552}"/>
              </a:ext>
            </a:extLst>
          </p:cNvPr>
          <p:cNvSpPr>
            <a:spLocks noGrp="1"/>
          </p:cNvSpPr>
          <p:nvPr/>
        </p:nvSpPr>
        <p:spPr>
          <a:xfrm>
            <a:off x="5905500" y="1704975"/>
            <a:ext cx="5810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6F0D652-45BA-46E8-ABC4-1C30012115C8}"/>
              </a:ext>
            </a:extLst>
          </p:cNvPr>
          <p:cNvSpPr>
            <a:spLocks noGrp="1"/>
          </p:cNvSpPr>
          <p:nvPr/>
        </p:nvSpPr>
        <p:spPr>
          <a:xfrm>
            <a:off x="5962650" y="17430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기획 해석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E74E6F6-C073-4D11-8A59-443C3699A446}"/>
              </a:ext>
            </a:extLst>
          </p:cNvPr>
          <p:cNvSpPr>
            <a:spLocks noGrp="1"/>
          </p:cNvSpPr>
          <p:nvPr/>
        </p:nvSpPr>
        <p:spPr>
          <a:xfrm>
            <a:off x="95250" y="2162175"/>
            <a:ext cx="1524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FF3A05D-80EC-4FDD-BDE7-598247CC414D}"/>
              </a:ext>
            </a:extLst>
          </p:cNvPr>
          <p:cNvSpPr>
            <a:spLocks noGrp="1"/>
          </p:cNvSpPr>
          <p:nvPr/>
        </p:nvSpPr>
        <p:spPr>
          <a:xfrm>
            <a:off x="152400" y="22002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소형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72E069-DA5B-410B-91C8-B2717207792C}"/>
              </a:ext>
            </a:extLst>
          </p:cNvPr>
          <p:cNvSpPr>
            <a:spLocks noGrp="1"/>
          </p:cNvSpPr>
          <p:nvPr/>
        </p:nvSpPr>
        <p:spPr>
          <a:xfrm>
            <a:off x="1619250" y="2162175"/>
            <a:ext cx="4286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92A61A8-9B77-40B2-AA73-450013E11FAF}"/>
              </a:ext>
            </a:extLst>
          </p:cNvPr>
          <p:cNvSpPr>
            <a:spLocks noGrp="1"/>
          </p:cNvSpPr>
          <p:nvPr/>
        </p:nvSpPr>
        <p:spPr>
          <a:xfrm>
            <a:off x="1676400" y="22002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이동-타격-수집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주기가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짧음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48F9A9F-A8C1-436D-AAE5-B1D7E6D6CFBF}"/>
              </a:ext>
            </a:extLst>
          </p:cNvPr>
          <p:cNvSpPr>
            <a:spLocks noGrp="1"/>
          </p:cNvSpPr>
          <p:nvPr/>
        </p:nvSpPr>
        <p:spPr>
          <a:xfrm>
            <a:off x="5905500" y="2162175"/>
            <a:ext cx="5810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00D9CD5-B22E-4497-863B-01B666844B4D}"/>
              </a:ext>
            </a:extLst>
          </p:cNvPr>
          <p:cNvSpPr>
            <a:spLocks noGrp="1"/>
          </p:cNvSpPr>
          <p:nvPr/>
        </p:nvSpPr>
        <p:spPr>
          <a:xfrm>
            <a:off x="5962650" y="22002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짧은 반복으로 플레이 리듬이 빠르게 유지됨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DA1FA5A-EF63-45D7-B7A1-FBF8F78EA6C8}"/>
              </a:ext>
            </a:extLst>
          </p:cNvPr>
          <p:cNvSpPr>
            <a:spLocks noGrp="1"/>
          </p:cNvSpPr>
          <p:nvPr/>
        </p:nvSpPr>
        <p:spPr>
          <a:xfrm>
            <a:off x="95250" y="26193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FC653F4-7D09-43B3-8CD0-335883697863}"/>
              </a:ext>
            </a:extLst>
          </p:cNvPr>
          <p:cNvSpPr>
            <a:spLocks noGrp="1"/>
          </p:cNvSpPr>
          <p:nvPr/>
        </p:nvSpPr>
        <p:spPr>
          <a:xfrm>
            <a:off x="152400" y="26574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특수</a:t>
            </a:r>
            <a:r>
              <a:rPr lang="ko-KR" altLang="en-US"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A27F1C5-73F5-4E5D-976D-AD4EA70CB633}"/>
              </a:ext>
            </a:extLst>
          </p:cNvPr>
          <p:cNvSpPr>
            <a:spLocks noGrp="1"/>
          </p:cNvSpPr>
          <p:nvPr/>
        </p:nvSpPr>
        <p:spPr>
          <a:xfrm>
            <a:off x="1619250" y="26193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F3757F1-32DB-445B-91D8-5A5F3D805647}"/>
              </a:ext>
            </a:extLst>
          </p:cNvPr>
          <p:cNvSpPr>
            <a:spLocks noGrp="1"/>
          </p:cNvSpPr>
          <p:nvPr/>
        </p:nvSpPr>
        <p:spPr>
          <a:xfrm>
            <a:off x="1676400" y="26574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젤리 광물</a:t>
            </a:r>
            <a:r>
              <a:rPr lang="en-US" altLang="ko-KR" sz="1000" b="0" dirty="0">
                <a:solidFill>
                  <a:srgbClr val="202020"/>
                </a:solidFill>
              </a:rPr>
              <a:t>, </a:t>
            </a:r>
            <a:r>
              <a:rPr lang="ko-KR" altLang="en-US" sz="1000" b="0" dirty="0">
                <a:solidFill>
                  <a:srgbClr val="202020"/>
                </a:solidFill>
              </a:rPr>
              <a:t>화염 광물</a:t>
            </a:r>
            <a:r>
              <a:rPr lang="en-US" altLang="ko-KR" sz="1000" b="0" dirty="0">
                <a:solidFill>
                  <a:srgbClr val="202020"/>
                </a:solidFill>
              </a:rPr>
              <a:t>, </a:t>
            </a:r>
            <a:r>
              <a:rPr lang="ko-KR" altLang="en-US" sz="1000" b="0" dirty="0">
                <a:solidFill>
                  <a:srgbClr val="202020"/>
                </a:solidFill>
              </a:rPr>
              <a:t>얼음 광물 해당</a:t>
            </a:r>
            <a:endParaRPr lang="en-US" altLang="ko-KR" sz="1000" b="0" dirty="0">
              <a:solidFill>
                <a:srgbClr val="202020"/>
              </a:solidFill>
            </a:endParaRPr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광물의 특수성으로 인한 다채로운 경험 제공</a:t>
            </a:r>
            <a:endParaRPr lang="en-US" altLang="ko-KR" sz="1000" b="0" dirty="0">
              <a:solidFill>
                <a:srgbClr val="202020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7B03F64-0816-42B5-875C-47E8ED5AF429}"/>
              </a:ext>
            </a:extLst>
          </p:cNvPr>
          <p:cNvSpPr>
            <a:spLocks noGrp="1"/>
          </p:cNvSpPr>
          <p:nvPr/>
        </p:nvSpPr>
        <p:spPr>
          <a:xfrm>
            <a:off x="5905500" y="26193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B9FAD32-AC64-4867-A015-FB25252D5D6D}"/>
              </a:ext>
            </a:extLst>
          </p:cNvPr>
          <p:cNvSpPr>
            <a:spLocks noGrp="1"/>
          </p:cNvSpPr>
          <p:nvPr/>
        </p:nvSpPr>
        <p:spPr>
          <a:xfrm>
            <a:off x="5962650" y="26574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8B4E727-9A67-42A8-A8CE-274EA6FE2D2B}"/>
              </a:ext>
            </a:extLst>
          </p:cNvPr>
          <p:cNvSpPr>
            <a:spLocks noGrp="1"/>
          </p:cNvSpPr>
          <p:nvPr/>
        </p:nvSpPr>
        <p:spPr>
          <a:xfrm>
            <a:off x="95250" y="39433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 dirty="0">
                <a:solidFill>
                  <a:srgbClr val="202020"/>
                </a:solidFill>
              </a:rPr>
              <a:t>3.2. </a:t>
            </a:r>
            <a:r>
              <a:rPr lang="ko-KR" altLang="en-US" sz="1200" b="1" dirty="0">
                <a:solidFill>
                  <a:srgbClr val="202020"/>
                </a:solidFill>
              </a:rPr>
              <a:t>개선</a:t>
            </a:r>
            <a:r>
              <a:rPr sz="1200" b="1" dirty="0">
                <a:solidFill>
                  <a:srgbClr val="202020"/>
                </a:solidFill>
              </a:rPr>
              <a:t> </a:t>
            </a:r>
            <a:r>
              <a:rPr sz="1200" b="1" dirty="0" err="1">
                <a:solidFill>
                  <a:srgbClr val="202020"/>
                </a:solidFill>
              </a:rPr>
              <a:t>방향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B397918-82DE-4556-AA15-70C90B47A37E}"/>
              </a:ext>
            </a:extLst>
          </p:cNvPr>
          <p:cNvSpPr>
            <a:spLocks noGrp="1"/>
          </p:cNvSpPr>
          <p:nvPr/>
        </p:nvSpPr>
        <p:spPr>
          <a:xfrm>
            <a:off x="95250" y="43053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lang="ko-KR" altLang="en-US" sz="1200" dirty="0">
                <a:solidFill>
                  <a:srgbClr val="202020"/>
                </a:solidFill>
              </a:rPr>
              <a:t>대형 광물은 </a:t>
            </a:r>
            <a:r>
              <a:rPr lang="ko-KR" altLang="en-US" sz="1200" b="0" dirty="0">
                <a:solidFill>
                  <a:srgbClr val="202020"/>
                </a:solidFill>
              </a:rPr>
              <a:t>긴 채굴 시간이 필요하지만 높은 보상을 제공하는 목적성이 있다</a:t>
            </a:r>
            <a:r>
              <a:rPr lang="en-US" altLang="ko-KR" sz="1200" b="0" dirty="0">
                <a:solidFill>
                  <a:srgbClr val="202020"/>
                </a:solidFill>
              </a:rPr>
              <a:t>.</a:t>
            </a:r>
            <a:endParaRPr lang="ko-KR" altLang="en-US" sz="1200" b="0" dirty="0">
              <a:solidFill>
                <a:srgbClr val="20202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EC6EED5-D6CE-4C0B-B428-A70C85600A60}"/>
              </a:ext>
            </a:extLst>
          </p:cNvPr>
          <p:cNvSpPr>
            <a:spLocks noGrp="1"/>
          </p:cNvSpPr>
          <p:nvPr/>
        </p:nvSpPr>
        <p:spPr>
          <a:xfrm>
            <a:off x="95250" y="45815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275" b="0">
                <a:solidFill>
                  <a:srgbClr val="202020"/>
                </a:solidFill>
              </a:defRPr>
            </a:pPr>
            <a:r>
              <a:rPr lang="en-US" altLang="ko-KR" sz="1200" dirty="0">
                <a:solidFill>
                  <a:srgbClr val="202020"/>
                </a:solidFill>
              </a:rPr>
              <a:t>- </a:t>
            </a:r>
            <a:r>
              <a:rPr lang="ko-KR" altLang="en-US" sz="1200" dirty="0">
                <a:solidFill>
                  <a:srgbClr val="202020"/>
                </a:solidFill>
              </a:rPr>
              <a:t>상대적으로 긴 채굴 시간을 브레이크 시스템을 통해 전투 리듬 변화를 제공해 짧게 느껴지도록 한다</a:t>
            </a:r>
            <a:r>
              <a:rPr lang="en-US" altLang="ko-KR" sz="1200" dirty="0">
                <a:solidFill>
                  <a:srgbClr val="202020"/>
                </a:solidFill>
              </a:rPr>
              <a:t>.</a:t>
            </a:r>
            <a:endParaRPr lang="ko-KR" altLang="en-US" sz="1200" dirty="0">
              <a:solidFill>
                <a:srgbClr val="202020"/>
              </a:solidFill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A586D93-2848-2492-4C2F-ED5339E5FC28}"/>
              </a:ext>
            </a:extLst>
          </p:cNvPr>
          <p:cNvSpPr>
            <a:spLocks noGrp="1"/>
          </p:cNvSpPr>
          <p:nvPr/>
        </p:nvSpPr>
        <p:spPr>
          <a:xfrm>
            <a:off x="95249" y="1066800"/>
            <a:ext cx="7820025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marL="171450" indent="-171450">
              <a:buFontTx/>
              <a:buChar char="-"/>
              <a:defRPr sz="975" b="0">
                <a:solidFill>
                  <a:srgbClr val="202020"/>
                </a:solidFill>
              </a:defRPr>
            </a:pPr>
            <a:r>
              <a:rPr lang="ko-KR" altLang="en-US" sz="1200" b="0" dirty="0">
                <a:solidFill>
                  <a:srgbClr val="202020"/>
                </a:solidFill>
              </a:rPr>
              <a:t>광물의 </a:t>
            </a:r>
            <a:r>
              <a:rPr lang="en-US" altLang="ko-KR" sz="1200" b="0" dirty="0">
                <a:solidFill>
                  <a:srgbClr val="202020"/>
                </a:solidFill>
              </a:rPr>
              <a:t>HP</a:t>
            </a:r>
            <a:r>
              <a:rPr lang="ko-KR" altLang="en-US" sz="1200" dirty="0">
                <a:solidFill>
                  <a:srgbClr val="202020"/>
                </a:solidFill>
              </a:rPr>
              <a:t> 및 특수성에 따라서 </a:t>
            </a:r>
            <a:r>
              <a:rPr lang="ko-KR" altLang="en-US" sz="1200" b="0" dirty="0">
                <a:solidFill>
                  <a:srgbClr val="202020"/>
                </a:solidFill>
              </a:rPr>
              <a:t>플레이 경험적 차이가 발생한다</a:t>
            </a:r>
            <a:r>
              <a:rPr lang="en-US" altLang="ko-KR" sz="1200" b="0" dirty="0">
                <a:solidFill>
                  <a:srgbClr val="202020"/>
                </a:solidFill>
              </a:rPr>
              <a:t>.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8CDC577-37DA-49E0-9D30-4DBED552C8FE}"/>
              </a:ext>
            </a:extLst>
          </p:cNvPr>
          <p:cNvSpPr>
            <a:spLocks noGrp="1"/>
          </p:cNvSpPr>
          <p:nvPr/>
        </p:nvSpPr>
        <p:spPr>
          <a:xfrm>
            <a:off x="95250" y="3076575"/>
            <a:ext cx="1524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994726A-62A6-CC94-B67C-0F628E3B3654}"/>
              </a:ext>
            </a:extLst>
          </p:cNvPr>
          <p:cNvSpPr>
            <a:spLocks noGrp="1"/>
          </p:cNvSpPr>
          <p:nvPr/>
        </p:nvSpPr>
        <p:spPr>
          <a:xfrm>
            <a:off x="152400" y="3114675"/>
            <a:ext cx="140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대형 </a:t>
            </a:r>
            <a:r>
              <a:rPr sz="1000" b="0" dirty="0" err="1">
                <a:solidFill>
                  <a:srgbClr val="202020"/>
                </a:solidFill>
              </a:rPr>
              <a:t>광물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5DDDD37C-E81E-F53F-0D08-86E74271B41F}"/>
              </a:ext>
            </a:extLst>
          </p:cNvPr>
          <p:cNvSpPr>
            <a:spLocks noGrp="1"/>
          </p:cNvSpPr>
          <p:nvPr/>
        </p:nvSpPr>
        <p:spPr>
          <a:xfrm>
            <a:off x="1619250" y="3076575"/>
            <a:ext cx="4286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6480740-165C-5915-594A-6E2CA24E20F5}"/>
              </a:ext>
            </a:extLst>
          </p:cNvPr>
          <p:cNvSpPr>
            <a:spLocks noGrp="1"/>
          </p:cNvSpPr>
          <p:nvPr/>
        </p:nvSpPr>
        <p:spPr>
          <a:xfrm>
            <a:off x="1676400" y="3114675"/>
            <a:ext cx="4171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HP가</a:t>
            </a:r>
            <a:r>
              <a:rPr sz="1000" b="0" dirty="0">
                <a:solidFill>
                  <a:srgbClr val="202020"/>
                </a:solidFill>
              </a:rPr>
              <a:t> 높</a:t>
            </a:r>
            <a:r>
              <a:rPr lang="ko-KR" altLang="en-US" sz="1000" b="0" dirty="0">
                <a:solidFill>
                  <a:srgbClr val="202020"/>
                </a:solidFill>
              </a:rPr>
              <a:t>고 거대해서 공략 대상으로 인지됨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B06ED444-E21B-AA0A-F357-4B0272DA53AA}"/>
              </a:ext>
            </a:extLst>
          </p:cNvPr>
          <p:cNvSpPr>
            <a:spLocks noGrp="1"/>
          </p:cNvSpPr>
          <p:nvPr/>
        </p:nvSpPr>
        <p:spPr>
          <a:xfrm>
            <a:off x="5905500" y="3076575"/>
            <a:ext cx="5810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91E6732-B2AA-044D-9894-008026314B75}"/>
              </a:ext>
            </a:extLst>
          </p:cNvPr>
          <p:cNvSpPr>
            <a:spLocks noGrp="1"/>
          </p:cNvSpPr>
          <p:nvPr/>
        </p:nvSpPr>
        <p:spPr>
          <a:xfrm>
            <a:off x="5962650" y="31146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목표</a:t>
            </a:r>
            <a:r>
              <a:rPr lang="ko-KR" altLang="en-US" sz="1000" b="0" dirty="0">
                <a:solidFill>
                  <a:srgbClr val="202020"/>
                </a:solidFill>
              </a:rPr>
              <a:t>에 대한 인지와 확실한 보상을 제공함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D0E559A-C22E-CA4B-4BD2-FAEC7F2DAF93}"/>
              </a:ext>
            </a:extLst>
          </p:cNvPr>
          <p:cNvSpPr>
            <a:spLocks noGrp="1"/>
          </p:cNvSpPr>
          <p:nvPr/>
        </p:nvSpPr>
        <p:spPr>
          <a:xfrm>
            <a:off x="5962650" y="2657475"/>
            <a:ext cx="5695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화염 피해</a:t>
            </a:r>
            <a:r>
              <a:rPr lang="en-US" altLang="ko-KR" sz="1000" b="0" dirty="0">
                <a:solidFill>
                  <a:srgbClr val="202020"/>
                </a:solidFill>
              </a:rPr>
              <a:t>, </a:t>
            </a:r>
            <a:r>
              <a:rPr lang="ko-KR" altLang="en-US" sz="1000" dirty="0">
                <a:solidFill>
                  <a:srgbClr val="202020"/>
                </a:solidFill>
              </a:rPr>
              <a:t>빙결 상태 등으로 변칙을 줘서 다양한 경험을 줌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0233C87-1D48-873D-36BA-6E4D47327792}"/>
              </a:ext>
            </a:extLst>
          </p:cNvPr>
          <p:cNvSpPr>
            <a:spLocks noGrp="1"/>
          </p:cNvSpPr>
          <p:nvPr/>
        </p:nvSpPr>
        <p:spPr>
          <a:xfrm>
            <a:off x="95250" y="48577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- </a:t>
            </a:r>
            <a:r>
              <a:rPr lang="ko-KR" altLang="en-US" sz="1200" b="0" dirty="0">
                <a:solidFill>
                  <a:srgbClr val="202020"/>
                </a:solidFill>
              </a:rPr>
              <a:t>이를 통해 플레이 조작하는 재미를 유지하도록 한다</a:t>
            </a:r>
            <a:r>
              <a:rPr lang="en-US" altLang="ko-KR" sz="1200" b="0" dirty="0">
                <a:solidFill>
                  <a:srgbClr val="202020"/>
                </a:solidFill>
              </a:rPr>
              <a:t>.  (</a:t>
            </a:r>
            <a:r>
              <a:rPr lang="ko-KR" altLang="en-US" sz="1200" b="0" dirty="0">
                <a:solidFill>
                  <a:srgbClr val="202020"/>
                </a:solidFill>
              </a:rPr>
              <a:t>흐름</a:t>
            </a:r>
            <a:r>
              <a:rPr lang="en-US" altLang="ko-KR" sz="1200" b="0" dirty="0">
                <a:solidFill>
                  <a:srgbClr val="202020"/>
                </a:solidFill>
              </a:rPr>
              <a:t>? </a:t>
            </a:r>
            <a:r>
              <a:rPr lang="ko-KR" altLang="en-US" sz="1200" b="0" dirty="0">
                <a:solidFill>
                  <a:srgbClr val="202020"/>
                </a:solidFill>
              </a:rPr>
              <a:t>뭐라고 </a:t>
            </a:r>
            <a:r>
              <a:rPr lang="ko-KR" altLang="en-US" sz="1200" b="0" dirty="0" err="1">
                <a:solidFill>
                  <a:srgbClr val="202020"/>
                </a:solidFill>
              </a:rPr>
              <a:t>해야할지</a:t>
            </a:r>
            <a:r>
              <a:rPr lang="en-US" altLang="ko-KR" sz="1200" b="0" dirty="0">
                <a:solidFill>
                  <a:srgbClr val="202020"/>
                </a:solidFill>
              </a:rPr>
              <a:t>, </a:t>
            </a:r>
            <a:r>
              <a:rPr lang="ko-KR" altLang="en-US" sz="1200" b="0" dirty="0">
                <a:solidFill>
                  <a:srgbClr val="202020"/>
                </a:solidFill>
              </a:rPr>
              <a:t>전반적인 경험</a:t>
            </a:r>
            <a:r>
              <a:rPr lang="en-US" altLang="ko-KR" sz="1200" b="0" dirty="0">
                <a:solidFill>
                  <a:srgbClr val="202020"/>
                </a:solidFill>
              </a:rPr>
              <a:t>? </a:t>
            </a:r>
            <a:r>
              <a:rPr lang="ko-KR" altLang="en-US" sz="1200" b="0" dirty="0">
                <a:solidFill>
                  <a:srgbClr val="202020"/>
                </a:solidFill>
              </a:rPr>
              <a:t>패턴</a:t>
            </a:r>
            <a:r>
              <a:rPr lang="en-US" altLang="ko-KR" sz="1200" b="0" dirty="0">
                <a:solidFill>
                  <a:srgbClr val="202020"/>
                </a:solidFill>
              </a:rPr>
              <a:t>?)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16E7960-F514-C091-2A52-5973AAA019A7}"/>
              </a:ext>
            </a:extLst>
          </p:cNvPr>
          <p:cNvSpPr>
            <a:spLocks noGrp="1"/>
          </p:cNvSpPr>
          <p:nvPr/>
        </p:nvSpPr>
        <p:spPr>
          <a:xfrm>
            <a:off x="95250" y="51435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 dirty="0">
                <a:solidFill>
                  <a:srgbClr val="202020"/>
                </a:solidFill>
              </a:rPr>
              <a:t>-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노출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전후</a:t>
            </a:r>
            <a:r>
              <a:rPr sz="1200" b="0" dirty="0">
                <a:solidFill>
                  <a:srgbClr val="202020"/>
                </a:solidFill>
              </a:rPr>
              <a:t>,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전후의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피드백을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명확히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분리한다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4450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3955EC9-AFCE-4850-86FE-46AC3A9C3CFE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4. 브레이크 시스템 기본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F2D884F-74B1-4153-AEAC-44E2B4117BD5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E8D29A6-9AB3-4744-AD90-CC42D52E255B}"/>
              </a:ext>
            </a:extLst>
          </p:cNvPr>
          <p:cNvSpPr>
            <a:spLocks noGrp="1"/>
          </p:cNvSpPr>
          <p:nvPr/>
        </p:nvSpPr>
        <p:spPr>
          <a:xfrm>
            <a:off x="952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5A4204-507D-4081-8A3F-CED4DBDB43EC}"/>
              </a:ext>
            </a:extLst>
          </p:cNvPr>
          <p:cNvSpPr>
            <a:spLocks noGrp="1"/>
          </p:cNvSpPr>
          <p:nvPr/>
        </p:nvSpPr>
        <p:spPr>
          <a:xfrm>
            <a:off x="1524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25" b="1" dirty="0">
                <a:solidFill>
                  <a:srgbClr val="202020"/>
                </a:solidFill>
              </a:rPr>
              <a:t>대형 광물 타격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F974882-E441-4CB8-939F-7DC1779A545A}"/>
              </a:ext>
            </a:extLst>
          </p:cNvPr>
          <p:cNvSpPr>
            <a:spLocks noGrp="1"/>
          </p:cNvSpPr>
          <p:nvPr/>
        </p:nvSpPr>
        <p:spPr>
          <a:xfrm>
            <a:off x="18923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896ECE-C9D1-48BC-A15F-E7158FC1D1D4}"/>
              </a:ext>
            </a:extLst>
          </p:cNvPr>
          <p:cNvSpPr>
            <a:spLocks noGrp="1"/>
          </p:cNvSpPr>
          <p:nvPr/>
        </p:nvSpPr>
        <p:spPr>
          <a:xfrm>
            <a:off x="20447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E3811FD-FE05-4E8C-92AF-56CEF26F4AF1}"/>
              </a:ext>
            </a:extLst>
          </p:cNvPr>
          <p:cNvSpPr>
            <a:spLocks noGrp="1"/>
          </p:cNvSpPr>
          <p:nvPr/>
        </p:nvSpPr>
        <p:spPr>
          <a:xfrm>
            <a:off x="21018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8B457C9-2BD0-4536-B416-3B7CE216EFC5}"/>
              </a:ext>
            </a:extLst>
          </p:cNvPr>
          <p:cNvSpPr>
            <a:spLocks noGrp="1"/>
          </p:cNvSpPr>
          <p:nvPr/>
        </p:nvSpPr>
        <p:spPr>
          <a:xfrm>
            <a:off x="384175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CAEA74-A5D4-4E09-9635-D19FC0B07ACC}"/>
              </a:ext>
            </a:extLst>
          </p:cNvPr>
          <p:cNvSpPr>
            <a:spLocks noGrp="1"/>
          </p:cNvSpPr>
          <p:nvPr/>
        </p:nvSpPr>
        <p:spPr>
          <a:xfrm>
            <a:off x="3994150" y="990600"/>
            <a:ext cx="1778000" cy="66675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8AD8E52-5DBA-4465-80D2-389A8D5FA03E}"/>
              </a:ext>
            </a:extLst>
          </p:cNvPr>
          <p:cNvSpPr>
            <a:spLocks noGrp="1"/>
          </p:cNvSpPr>
          <p:nvPr/>
        </p:nvSpPr>
        <p:spPr>
          <a:xfrm>
            <a:off x="405130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25" b="1" dirty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F8D46D6-399C-4D2F-8584-B9204E04DD02}"/>
              </a:ext>
            </a:extLst>
          </p:cNvPr>
          <p:cNvSpPr>
            <a:spLocks noGrp="1"/>
          </p:cNvSpPr>
          <p:nvPr/>
        </p:nvSpPr>
        <p:spPr>
          <a:xfrm>
            <a:off x="5791200" y="1190625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lang="en-US" altLang="ko-KR" sz="1500" b="1" dirty="0">
                <a:solidFill>
                  <a:srgbClr val="202020"/>
                </a:solidFill>
              </a:rPr>
              <a:t>&gt;</a:t>
            </a:r>
            <a:endParaRPr sz="1500" b="1" dirty="0">
              <a:solidFill>
                <a:srgbClr val="20202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12A5CB0-9FA4-4132-A7A0-33222A73165A}"/>
              </a:ext>
            </a:extLst>
          </p:cNvPr>
          <p:cNvSpPr>
            <a:spLocks noGrp="1"/>
          </p:cNvSpPr>
          <p:nvPr/>
        </p:nvSpPr>
        <p:spPr>
          <a:xfrm>
            <a:off x="5943600" y="990600"/>
            <a:ext cx="1778000" cy="66675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FFC8F07-5F49-4F38-A1CA-2768DCA776F1}"/>
              </a:ext>
            </a:extLst>
          </p:cNvPr>
          <p:cNvSpPr>
            <a:spLocks noGrp="1"/>
          </p:cNvSpPr>
          <p:nvPr/>
        </p:nvSpPr>
        <p:spPr>
          <a:xfrm>
            <a:off x="6000750" y="1200150"/>
            <a:ext cx="16637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lang="ko-KR" altLang="en-US" sz="1125" b="1" dirty="0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0762B67D-A58C-4BD7-A247-9B1A94BD82AA}"/>
              </a:ext>
            </a:extLst>
          </p:cNvPr>
          <p:cNvSpPr>
            <a:spLocks noGrp="1"/>
          </p:cNvSpPr>
          <p:nvPr/>
        </p:nvSpPr>
        <p:spPr>
          <a:xfrm>
            <a:off x="95250" y="426720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 dirty="0">
                <a:solidFill>
                  <a:srgbClr val="202020"/>
                </a:solidFill>
              </a:rPr>
              <a:t>4.2. </a:t>
            </a:r>
            <a:r>
              <a:rPr sz="1200" b="1" dirty="0" err="1">
                <a:solidFill>
                  <a:srgbClr val="202020"/>
                </a:solidFill>
              </a:rPr>
              <a:t>적용</a:t>
            </a:r>
            <a:r>
              <a:rPr sz="1200" b="1" dirty="0">
                <a:solidFill>
                  <a:srgbClr val="202020"/>
                </a:solidFill>
              </a:rPr>
              <a:t> </a:t>
            </a:r>
            <a:r>
              <a:rPr sz="1200" b="1" dirty="0" err="1">
                <a:solidFill>
                  <a:srgbClr val="202020"/>
                </a:solidFill>
              </a:rPr>
              <a:t>범위</a:t>
            </a:r>
            <a:endParaRPr sz="1200" b="1" dirty="0">
              <a:solidFill>
                <a:srgbClr val="202020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D46AD17-4C68-4636-AC48-5DD5B5C32636}"/>
              </a:ext>
            </a:extLst>
          </p:cNvPr>
          <p:cNvSpPr>
            <a:spLocks noGrp="1"/>
          </p:cNvSpPr>
          <p:nvPr/>
        </p:nvSpPr>
        <p:spPr>
          <a:xfrm>
            <a:off x="95250" y="4610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광물 데이터에서 브레이크 적용 여부를 제어한다.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069797B-8EC7-4CAB-A272-95ADB28C32A4}"/>
              </a:ext>
            </a:extLst>
          </p:cNvPr>
          <p:cNvSpPr>
            <a:spLocks noGrp="1"/>
          </p:cNvSpPr>
          <p:nvPr/>
        </p:nvSpPr>
        <p:spPr>
          <a:xfrm>
            <a:off x="95250" y="488632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적용 대상이 아닌 광물은 기존 채굴 처리만 유지한다.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C39D45-F7FB-A4C2-9FDC-ECB2DE10E074}"/>
              </a:ext>
            </a:extLst>
          </p:cNvPr>
          <p:cNvSpPr>
            <a:spLocks noGrp="1"/>
          </p:cNvSpPr>
          <p:nvPr/>
        </p:nvSpPr>
        <p:spPr>
          <a:xfrm>
            <a:off x="95250" y="21145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200" b="1">
                <a:solidFill>
                  <a:srgbClr val="202020"/>
                </a:solidFill>
              </a:rPr>
              <a:t>4.1. 기본 플로우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74EA727-3A9A-81C0-C2B6-02710899D3D1}"/>
              </a:ext>
            </a:extLst>
          </p:cNvPr>
          <p:cNvSpPr>
            <a:spLocks noGrp="1"/>
          </p:cNvSpPr>
          <p:nvPr/>
        </p:nvSpPr>
        <p:spPr>
          <a:xfrm>
            <a:off x="95250" y="24574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1. </a:t>
            </a:r>
            <a:r>
              <a:rPr lang="ko-KR" altLang="en-US" sz="1200" b="0" dirty="0">
                <a:solidFill>
                  <a:srgbClr val="202020"/>
                </a:solidFill>
              </a:rPr>
              <a:t>대형 </a:t>
            </a:r>
            <a:r>
              <a:rPr sz="1200" b="0" dirty="0" err="1">
                <a:solidFill>
                  <a:srgbClr val="202020"/>
                </a:solidFill>
              </a:rPr>
              <a:t>광물</a:t>
            </a:r>
            <a:r>
              <a:rPr lang="ko-KR" altLang="en-US" sz="1200" b="0" dirty="0">
                <a:solidFill>
                  <a:srgbClr val="202020"/>
                </a:solidFill>
              </a:rPr>
              <a:t>을 일정 이상 </a:t>
            </a:r>
            <a:r>
              <a:rPr sz="1200" b="0" dirty="0" err="1">
                <a:solidFill>
                  <a:srgbClr val="202020"/>
                </a:solidFill>
              </a:rPr>
              <a:t>타격</a:t>
            </a:r>
            <a:r>
              <a:rPr lang="ko-KR" altLang="en-US" sz="1200" dirty="0">
                <a:solidFill>
                  <a:srgbClr val="202020"/>
                </a:solidFill>
              </a:rPr>
              <a:t>하면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lang="en-US"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포인트가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등장한다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4F1578-FBDA-4E54-6574-845C214544A1}"/>
              </a:ext>
            </a:extLst>
          </p:cNvPr>
          <p:cNvSpPr>
            <a:spLocks noGrp="1"/>
          </p:cNvSpPr>
          <p:nvPr/>
        </p:nvSpPr>
        <p:spPr>
          <a:xfrm>
            <a:off x="95250" y="27432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2. </a:t>
            </a:r>
            <a:r>
              <a:rPr sz="1200" b="0" dirty="0" err="1">
                <a:solidFill>
                  <a:srgbClr val="202020"/>
                </a:solidFill>
              </a:rPr>
              <a:t>약점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lang="ko-KR" altLang="en-US" sz="1200" b="0" dirty="0">
                <a:solidFill>
                  <a:srgbClr val="202020"/>
                </a:solidFill>
              </a:rPr>
              <a:t>포인트를 일정 이상 타격하면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상태에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진입한다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A758A90-9519-BD88-DD7C-D42FCFA719B2}"/>
              </a:ext>
            </a:extLst>
          </p:cNvPr>
          <p:cNvSpPr>
            <a:spLocks noGrp="1"/>
          </p:cNvSpPr>
          <p:nvPr/>
        </p:nvSpPr>
        <p:spPr>
          <a:xfrm>
            <a:off x="95250" y="30289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3. </a:t>
            </a:r>
            <a:r>
              <a:rPr lang="ko-KR" altLang="en-US" sz="1200" dirty="0">
                <a:solidFill>
                  <a:srgbClr val="202020"/>
                </a:solidFill>
              </a:rPr>
              <a:t>브레이크 상태가 되면 일정 시간 동안 지금보다 높은 배율의 피해를 입힐 수 있다</a:t>
            </a:r>
            <a:r>
              <a:rPr lang="en-US" altLang="ko-KR" sz="1200" dirty="0">
                <a:solidFill>
                  <a:srgbClr val="202020"/>
                </a:solidFill>
              </a:rPr>
              <a:t>.</a:t>
            </a:r>
            <a:endParaRPr sz="1200" b="0" dirty="0">
              <a:solidFill>
                <a:srgbClr val="20202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DF918A1-3D6F-D556-0A48-592B67B82C54}"/>
              </a:ext>
            </a:extLst>
          </p:cNvPr>
          <p:cNvSpPr>
            <a:spLocks noGrp="1"/>
          </p:cNvSpPr>
          <p:nvPr/>
        </p:nvSpPr>
        <p:spPr>
          <a:xfrm>
            <a:off x="95250" y="33147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lang="en-US" sz="1200" b="0" dirty="0">
                <a:solidFill>
                  <a:srgbClr val="202020"/>
                </a:solidFill>
              </a:rPr>
              <a:t>3. </a:t>
            </a:r>
            <a:r>
              <a:rPr sz="1200" b="0" dirty="0" err="1">
                <a:solidFill>
                  <a:srgbClr val="202020"/>
                </a:solidFill>
              </a:rPr>
              <a:t>브레이크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시간이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종료되면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약점은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숨겨지고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일반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상태로</a:t>
            </a:r>
            <a:r>
              <a:rPr sz="1200" b="0" dirty="0">
                <a:solidFill>
                  <a:srgbClr val="202020"/>
                </a:solidFill>
              </a:rPr>
              <a:t> </a:t>
            </a:r>
            <a:r>
              <a:rPr sz="1200" b="0" dirty="0" err="1">
                <a:solidFill>
                  <a:srgbClr val="202020"/>
                </a:solidFill>
              </a:rPr>
              <a:t>복귀한다</a:t>
            </a:r>
            <a:r>
              <a:rPr sz="1200" b="0" dirty="0">
                <a:solidFill>
                  <a:srgbClr val="202020"/>
                </a:solidFill>
              </a:rPr>
              <a:t>.</a:t>
            </a: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6CDFCE6A-9E8E-A854-90FB-28FFD67A5352}"/>
              </a:ext>
            </a:extLst>
          </p:cNvPr>
          <p:cNvCxnSpPr>
            <a:stCxn id="16" idx="0"/>
            <a:endCxn id="7" idx="0"/>
          </p:cNvCxnSpPr>
          <p:nvPr/>
        </p:nvCxnSpPr>
        <p:spPr>
          <a:xfrm rot="16200000" flipV="1">
            <a:off x="3908425" y="-1933575"/>
            <a:ext cx="12700" cy="5848350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9721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DF1B71-A9BF-45E7-ADBC-DA4499FC791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5. 브레이크 시스템 상세 플로우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B87362-784A-4A77-8BD6-9A50BFA1A71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824638C-CCE1-4D65-9D91-B1D470D91CFF}"/>
              </a:ext>
            </a:extLst>
          </p:cNvPr>
          <p:cNvSpPr>
            <a:spLocks noGrp="1"/>
          </p:cNvSpPr>
          <p:nvPr/>
        </p:nvSpPr>
        <p:spPr>
          <a:xfrm>
            <a:off x="2857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0E231BA-8139-4ADA-B4CB-CD7B22F897DD}"/>
              </a:ext>
            </a:extLst>
          </p:cNvPr>
          <p:cNvSpPr>
            <a:spLocks noGrp="1"/>
          </p:cNvSpPr>
          <p:nvPr/>
        </p:nvSpPr>
        <p:spPr>
          <a:xfrm>
            <a:off x="3429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9E954B6-7058-4F21-AEFA-B7011FFB6420}"/>
              </a:ext>
            </a:extLst>
          </p:cNvPr>
          <p:cNvSpPr>
            <a:spLocks noGrp="1"/>
          </p:cNvSpPr>
          <p:nvPr/>
        </p:nvSpPr>
        <p:spPr>
          <a:xfrm>
            <a:off x="20351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923FF6E-F1E1-41CE-9C49-A23DB6DFE41F}"/>
              </a:ext>
            </a:extLst>
          </p:cNvPr>
          <p:cNvSpPr>
            <a:spLocks noGrp="1"/>
          </p:cNvSpPr>
          <p:nvPr/>
        </p:nvSpPr>
        <p:spPr>
          <a:xfrm>
            <a:off x="21875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522287-A772-40B9-8006-3697A7BFEB0B}"/>
              </a:ext>
            </a:extLst>
          </p:cNvPr>
          <p:cNvSpPr>
            <a:spLocks noGrp="1"/>
          </p:cNvSpPr>
          <p:nvPr/>
        </p:nvSpPr>
        <p:spPr>
          <a:xfrm>
            <a:off x="22447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등장 조건 충족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BE7D94E-24E7-43AD-9FC2-62AF3A3B6DD7}"/>
              </a:ext>
            </a:extLst>
          </p:cNvPr>
          <p:cNvSpPr>
            <a:spLocks noGrp="1"/>
          </p:cNvSpPr>
          <p:nvPr/>
        </p:nvSpPr>
        <p:spPr>
          <a:xfrm>
            <a:off x="393700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97443C5-7A95-4ADA-95D7-D0E469E001C7}"/>
              </a:ext>
            </a:extLst>
          </p:cNvPr>
          <p:cNvSpPr>
            <a:spLocks noGrp="1"/>
          </p:cNvSpPr>
          <p:nvPr/>
        </p:nvSpPr>
        <p:spPr>
          <a:xfrm>
            <a:off x="408940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0F75B2D-12AE-49F0-A951-2D99F1475777}"/>
              </a:ext>
            </a:extLst>
          </p:cNvPr>
          <p:cNvSpPr>
            <a:spLocks noGrp="1"/>
          </p:cNvSpPr>
          <p:nvPr/>
        </p:nvSpPr>
        <p:spPr>
          <a:xfrm>
            <a:off x="414655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즉시 등장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EDE8324-83F2-4E82-B0CE-12A8635E67D7}"/>
              </a:ext>
            </a:extLst>
          </p:cNvPr>
          <p:cNvSpPr>
            <a:spLocks noGrp="1"/>
          </p:cNvSpPr>
          <p:nvPr/>
        </p:nvSpPr>
        <p:spPr>
          <a:xfrm>
            <a:off x="583882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01156F-DC9C-4385-8837-2592C1078475}"/>
              </a:ext>
            </a:extLst>
          </p:cNvPr>
          <p:cNvSpPr>
            <a:spLocks noGrp="1"/>
          </p:cNvSpPr>
          <p:nvPr/>
        </p:nvSpPr>
        <p:spPr>
          <a:xfrm>
            <a:off x="599122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2F5F992-DA30-438E-ABAD-545308FA636D}"/>
              </a:ext>
            </a:extLst>
          </p:cNvPr>
          <p:cNvSpPr>
            <a:spLocks noGrp="1"/>
          </p:cNvSpPr>
          <p:nvPr/>
        </p:nvSpPr>
        <p:spPr>
          <a:xfrm>
            <a:off x="604837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약점 반복 타격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49FDE6C-9FBF-46FD-93C7-8CE0F0F9C040}"/>
              </a:ext>
            </a:extLst>
          </p:cNvPr>
          <p:cNvSpPr>
            <a:spLocks noGrp="1"/>
          </p:cNvSpPr>
          <p:nvPr/>
        </p:nvSpPr>
        <p:spPr>
          <a:xfrm>
            <a:off x="7740650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BCEE9E1-6C7A-4B0F-8E11-AFB4DAC8E97E}"/>
              </a:ext>
            </a:extLst>
          </p:cNvPr>
          <p:cNvSpPr>
            <a:spLocks noGrp="1"/>
          </p:cNvSpPr>
          <p:nvPr/>
        </p:nvSpPr>
        <p:spPr>
          <a:xfrm>
            <a:off x="7893050" y="990600"/>
            <a:ext cx="1730375" cy="723900"/>
          </a:xfrm>
          <a:prstGeom prst="rect">
            <a:avLst/>
          </a:prstGeom>
          <a:solidFill>
            <a:srgbClr val="D9EAF7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26902F-FB9E-48EA-AE20-17A15F85A158}"/>
              </a:ext>
            </a:extLst>
          </p:cNvPr>
          <p:cNvSpPr>
            <a:spLocks noGrp="1"/>
          </p:cNvSpPr>
          <p:nvPr/>
        </p:nvSpPr>
        <p:spPr>
          <a:xfrm>
            <a:off x="7950200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브레이크 발생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7EDC1EA-6646-457C-AAA3-3E30DCB46437}"/>
              </a:ext>
            </a:extLst>
          </p:cNvPr>
          <p:cNvSpPr>
            <a:spLocks noGrp="1"/>
          </p:cNvSpPr>
          <p:nvPr/>
        </p:nvSpPr>
        <p:spPr>
          <a:xfrm>
            <a:off x="9642475" y="1219200"/>
            <a:ext cx="17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500" b="1">
                <a:solidFill>
                  <a:srgbClr val="202020"/>
                </a:solidFill>
              </a:defRPr>
            </a:pPr>
            <a:r>
              <a:rPr sz="1500" b="1">
                <a:solidFill>
                  <a:srgbClr val="202020"/>
                </a:solidFill>
              </a:rPr>
              <a:t>&gt;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66C11B6-62F7-498D-8420-5498F4796156}"/>
              </a:ext>
            </a:extLst>
          </p:cNvPr>
          <p:cNvSpPr>
            <a:spLocks noGrp="1"/>
          </p:cNvSpPr>
          <p:nvPr/>
        </p:nvSpPr>
        <p:spPr>
          <a:xfrm>
            <a:off x="9794875" y="990600"/>
            <a:ext cx="1730375" cy="7239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99E267A-0C86-4FA5-90DE-C5905759B872}"/>
              </a:ext>
            </a:extLst>
          </p:cNvPr>
          <p:cNvSpPr>
            <a:spLocks noGrp="1"/>
          </p:cNvSpPr>
          <p:nvPr/>
        </p:nvSpPr>
        <p:spPr>
          <a:xfrm>
            <a:off x="9852025" y="1228725"/>
            <a:ext cx="161607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일반 상태 복귀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4D73233-8CE2-480A-8E6B-974EFF3327BC}"/>
              </a:ext>
            </a:extLst>
          </p:cNvPr>
          <p:cNvSpPr>
            <a:spLocks noGrp="1"/>
          </p:cNvSpPr>
          <p:nvPr/>
        </p:nvSpPr>
        <p:spPr>
          <a:xfrm>
            <a:off x="190500" y="2190750"/>
            <a:ext cx="1381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27A7E56-F002-4CED-9BC4-83B0AE17E20F}"/>
              </a:ext>
            </a:extLst>
          </p:cNvPr>
          <p:cNvSpPr>
            <a:spLocks noGrp="1"/>
          </p:cNvSpPr>
          <p:nvPr/>
        </p:nvSpPr>
        <p:spPr>
          <a:xfrm>
            <a:off x="247650" y="22288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596DB22-6BCB-4449-9EDA-5F415ADEAF96}"/>
              </a:ext>
            </a:extLst>
          </p:cNvPr>
          <p:cNvSpPr>
            <a:spLocks noGrp="1"/>
          </p:cNvSpPr>
          <p:nvPr/>
        </p:nvSpPr>
        <p:spPr>
          <a:xfrm>
            <a:off x="1571625" y="2190750"/>
            <a:ext cx="29051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39F971A-5FB1-4D1C-836C-CE736521D121}"/>
              </a:ext>
            </a:extLst>
          </p:cNvPr>
          <p:cNvSpPr>
            <a:spLocks noGrp="1"/>
          </p:cNvSpPr>
          <p:nvPr/>
        </p:nvSpPr>
        <p:spPr>
          <a:xfrm>
            <a:off x="1628775" y="22288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조건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E64D4C-5652-4322-B400-EDA947D05FEE}"/>
              </a:ext>
            </a:extLst>
          </p:cNvPr>
          <p:cNvSpPr>
            <a:spLocks noGrp="1"/>
          </p:cNvSpPr>
          <p:nvPr/>
        </p:nvSpPr>
        <p:spPr>
          <a:xfrm>
            <a:off x="4476750" y="2190750"/>
            <a:ext cx="3857625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91A010-9E5D-4DB3-98F4-C9A688A10149}"/>
              </a:ext>
            </a:extLst>
          </p:cNvPr>
          <p:cNvSpPr>
            <a:spLocks noGrp="1"/>
          </p:cNvSpPr>
          <p:nvPr/>
        </p:nvSpPr>
        <p:spPr>
          <a:xfrm>
            <a:off x="4533900" y="22288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표현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10968D-52EB-410C-98A3-C976C489BEA3}"/>
              </a:ext>
            </a:extLst>
          </p:cNvPr>
          <p:cNvSpPr>
            <a:spLocks noGrp="1"/>
          </p:cNvSpPr>
          <p:nvPr/>
        </p:nvSpPr>
        <p:spPr>
          <a:xfrm>
            <a:off x="8334375" y="219075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BE8C83-D568-40E3-9CD7-BAD602FC0D9C}"/>
              </a:ext>
            </a:extLst>
          </p:cNvPr>
          <p:cNvSpPr>
            <a:spLocks noGrp="1"/>
          </p:cNvSpPr>
          <p:nvPr/>
        </p:nvSpPr>
        <p:spPr>
          <a:xfrm>
            <a:off x="8391525" y="2228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결과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202DF9D-32AA-45A1-A55F-BC18D655DB32}"/>
              </a:ext>
            </a:extLst>
          </p:cNvPr>
          <p:cNvSpPr>
            <a:spLocks noGrp="1"/>
          </p:cNvSpPr>
          <p:nvPr/>
        </p:nvSpPr>
        <p:spPr>
          <a:xfrm>
            <a:off x="190500" y="27432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4DF641-D978-4AB2-955A-711F2439D786}"/>
              </a:ext>
            </a:extLst>
          </p:cNvPr>
          <p:cNvSpPr>
            <a:spLocks noGrp="1"/>
          </p:cNvSpPr>
          <p:nvPr/>
        </p:nvSpPr>
        <p:spPr>
          <a:xfrm>
            <a:off x="247650" y="27813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타격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720590B5-D304-402D-9C9C-85B79A56B69B}"/>
              </a:ext>
            </a:extLst>
          </p:cNvPr>
          <p:cNvSpPr>
            <a:spLocks noGrp="1"/>
          </p:cNvSpPr>
          <p:nvPr/>
        </p:nvSpPr>
        <p:spPr>
          <a:xfrm>
            <a:off x="1571625" y="27432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A9BAACF6-2DB3-45F1-A01D-200D9202BD98}"/>
              </a:ext>
            </a:extLst>
          </p:cNvPr>
          <p:cNvSpPr>
            <a:spLocks noGrp="1"/>
          </p:cNvSpPr>
          <p:nvPr/>
        </p:nvSpPr>
        <p:spPr>
          <a:xfrm>
            <a:off x="1628775" y="27813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몸통에 곡괭이 접촉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8B104D-237A-4D1F-AF36-C9814D032E6F}"/>
              </a:ext>
            </a:extLst>
          </p:cNvPr>
          <p:cNvSpPr>
            <a:spLocks noGrp="1"/>
          </p:cNvSpPr>
          <p:nvPr/>
        </p:nvSpPr>
        <p:spPr>
          <a:xfrm>
            <a:off x="4476750" y="27432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BC2E91A-3EDF-4EEB-A155-28F0C5163DD3}"/>
              </a:ext>
            </a:extLst>
          </p:cNvPr>
          <p:cNvSpPr>
            <a:spLocks noGrp="1"/>
          </p:cNvSpPr>
          <p:nvPr/>
        </p:nvSpPr>
        <p:spPr>
          <a:xfrm>
            <a:off x="4533900" y="27813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스케일 연출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E3B0912-8BEC-482C-B065-05DCEB5DD58C}"/>
              </a:ext>
            </a:extLst>
          </p:cNvPr>
          <p:cNvSpPr>
            <a:spLocks noGrp="1"/>
          </p:cNvSpPr>
          <p:nvPr/>
        </p:nvSpPr>
        <p:spPr>
          <a:xfrm>
            <a:off x="8334375" y="27432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D9CF85F-04BB-4D2A-82FB-E156D91FB32C}"/>
              </a:ext>
            </a:extLst>
          </p:cNvPr>
          <p:cNvSpPr>
            <a:spLocks noGrp="1"/>
          </p:cNvSpPr>
          <p:nvPr/>
        </p:nvSpPr>
        <p:spPr>
          <a:xfrm>
            <a:off x="8391525" y="2781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HP 감소 / 약점 노출 카운트 증가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4FA18D0-5F56-47A2-A9B4-3250F90A7491}"/>
              </a:ext>
            </a:extLst>
          </p:cNvPr>
          <p:cNvSpPr>
            <a:spLocks noGrp="1"/>
          </p:cNvSpPr>
          <p:nvPr/>
        </p:nvSpPr>
        <p:spPr>
          <a:xfrm>
            <a:off x="190500" y="32956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DFED0F1-9A27-4BEB-A355-6EDC8DFD6D63}"/>
              </a:ext>
            </a:extLst>
          </p:cNvPr>
          <p:cNvSpPr>
            <a:spLocks noGrp="1"/>
          </p:cNvSpPr>
          <p:nvPr/>
        </p:nvSpPr>
        <p:spPr>
          <a:xfrm>
            <a:off x="247650" y="33337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A1BDB8C-CFDB-4C71-AAA9-86ED8C8242FD}"/>
              </a:ext>
            </a:extLst>
          </p:cNvPr>
          <p:cNvSpPr>
            <a:spLocks noGrp="1"/>
          </p:cNvSpPr>
          <p:nvPr/>
        </p:nvSpPr>
        <p:spPr>
          <a:xfrm>
            <a:off x="1571625" y="32956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D8E23E81-1E4F-4F25-B601-EC739A672F16}"/>
              </a:ext>
            </a:extLst>
          </p:cNvPr>
          <p:cNvSpPr>
            <a:spLocks noGrp="1"/>
          </p:cNvSpPr>
          <p:nvPr/>
        </p:nvSpPr>
        <p:spPr>
          <a:xfrm>
            <a:off x="1628775" y="33337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노출 조건 충족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8EA5EBB-BFBB-4FCB-8B4B-DDC68FB9D4D5}"/>
              </a:ext>
            </a:extLst>
          </p:cNvPr>
          <p:cNvSpPr>
            <a:spLocks noGrp="1"/>
          </p:cNvSpPr>
          <p:nvPr/>
        </p:nvSpPr>
        <p:spPr>
          <a:xfrm>
            <a:off x="4476750" y="32956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5F171C9-633F-437F-B8D5-8BF21F856D56}"/>
              </a:ext>
            </a:extLst>
          </p:cNvPr>
          <p:cNvSpPr>
            <a:spLocks noGrp="1"/>
          </p:cNvSpPr>
          <p:nvPr/>
        </p:nvSpPr>
        <p:spPr>
          <a:xfrm>
            <a:off x="4533900" y="33337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근처에 X 마크 즉시 등장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351FF9B-AA73-471B-A017-7B6B953EFA41}"/>
              </a:ext>
            </a:extLst>
          </p:cNvPr>
          <p:cNvSpPr>
            <a:spLocks noGrp="1"/>
          </p:cNvSpPr>
          <p:nvPr/>
        </p:nvSpPr>
        <p:spPr>
          <a:xfrm>
            <a:off x="8334375" y="32956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5982075-E687-45AD-8F9E-A82ED54F6C21}"/>
              </a:ext>
            </a:extLst>
          </p:cNvPr>
          <p:cNvSpPr>
            <a:spLocks noGrp="1"/>
          </p:cNvSpPr>
          <p:nvPr/>
        </p:nvSpPr>
        <p:spPr>
          <a:xfrm>
            <a:off x="8391525" y="3333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가능 상태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35F6469-F5E0-4029-BA9F-C0356170F315}"/>
              </a:ext>
            </a:extLst>
          </p:cNvPr>
          <p:cNvSpPr>
            <a:spLocks noGrp="1"/>
          </p:cNvSpPr>
          <p:nvPr/>
        </p:nvSpPr>
        <p:spPr>
          <a:xfrm>
            <a:off x="190500" y="38481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6E71F9D-9B60-471B-BFB2-AF5FF79E21E0}"/>
              </a:ext>
            </a:extLst>
          </p:cNvPr>
          <p:cNvSpPr>
            <a:spLocks noGrp="1"/>
          </p:cNvSpPr>
          <p:nvPr/>
        </p:nvSpPr>
        <p:spPr>
          <a:xfrm>
            <a:off x="247650" y="38862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공략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1E17D39-2A9F-4557-92C9-B3529A90F975}"/>
              </a:ext>
            </a:extLst>
          </p:cNvPr>
          <p:cNvSpPr>
            <a:spLocks noGrp="1"/>
          </p:cNvSpPr>
          <p:nvPr/>
        </p:nvSpPr>
        <p:spPr>
          <a:xfrm>
            <a:off x="1571625" y="38481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200D09D9-D6AC-4766-895C-8EA02481F423}"/>
              </a:ext>
            </a:extLst>
          </p:cNvPr>
          <p:cNvSpPr>
            <a:spLocks noGrp="1"/>
          </p:cNvSpPr>
          <p:nvPr/>
        </p:nvSpPr>
        <p:spPr>
          <a:xfrm>
            <a:off x="1628775" y="38862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31D039-EB5A-4CE4-ACDA-4616F4B0FC12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86C1D21-5978-48E5-AF22-65759A558DB1}"/>
              </a:ext>
            </a:extLst>
          </p:cNvPr>
          <p:cNvSpPr>
            <a:spLocks noGrp="1"/>
          </p:cNvSpPr>
          <p:nvPr/>
        </p:nvSpPr>
        <p:spPr>
          <a:xfrm>
            <a:off x="4533900" y="38862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 피격 연출 / 크기 증가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B88B4AC-134D-4846-9A10-53C3FAF654E2}"/>
              </a:ext>
            </a:extLst>
          </p:cNvPr>
          <p:cNvSpPr>
            <a:spLocks noGrp="1"/>
          </p:cNvSpPr>
          <p:nvPr/>
        </p:nvSpPr>
        <p:spPr>
          <a:xfrm>
            <a:off x="8334375" y="38481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E59ECD2-7E67-4585-BE68-843565D8658C}"/>
              </a:ext>
            </a:extLst>
          </p:cNvPr>
          <p:cNvSpPr>
            <a:spLocks noGrp="1"/>
          </p:cNvSpPr>
          <p:nvPr/>
        </p:nvSpPr>
        <p:spPr>
          <a:xfrm>
            <a:off x="8391525" y="38862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브레이크 게이지 </a:t>
            </a:r>
            <a:r>
              <a:rPr sz="1000" b="0" dirty="0" err="1">
                <a:solidFill>
                  <a:srgbClr val="202020"/>
                </a:solidFill>
              </a:rPr>
              <a:t>증가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4805D7B-CC00-4524-979B-D2ECD7E108E4}"/>
              </a:ext>
            </a:extLst>
          </p:cNvPr>
          <p:cNvSpPr>
            <a:spLocks noGrp="1"/>
          </p:cNvSpPr>
          <p:nvPr/>
        </p:nvSpPr>
        <p:spPr>
          <a:xfrm>
            <a:off x="190500" y="4400550"/>
            <a:ext cx="1381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CCB2432-64B3-4A09-9551-D8FA7965DD9F}"/>
              </a:ext>
            </a:extLst>
          </p:cNvPr>
          <p:cNvSpPr>
            <a:spLocks noGrp="1"/>
          </p:cNvSpPr>
          <p:nvPr/>
        </p:nvSpPr>
        <p:spPr>
          <a:xfrm>
            <a:off x="247650" y="443865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F20958E-F9D7-47EA-8931-69E3327A9E34}"/>
              </a:ext>
            </a:extLst>
          </p:cNvPr>
          <p:cNvSpPr>
            <a:spLocks noGrp="1"/>
          </p:cNvSpPr>
          <p:nvPr/>
        </p:nvSpPr>
        <p:spPr>
          <a:xfrm>
            <a:off x="1571625" y="4400550"/>
            <a:ext cx="29051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1BF4355-6EE6-4D93-8EAB-DEF44FA7B446}"/>
              </a:ext>
            </a:extLst>
          </p:cNvPr>
          <p:cNvSpPr>
            <a:spLocks noGrp="1"/>
          </p:cNvSpPr>
          <p:nvPr/>
        </p:nvSpPr>
        <p:spPr>
          <a:xfrm>
            <a:off x="1628775" y="443865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브레이크 상태</a:t>
            </a:r>
            <a:r>
              <a:rPr sz="1000" b="0" dirty="0">
                <a:solidFill>
                  <a:srgbClr val="202020"/>
                </a:solidFill>
              </a:rPr>
              <a:t> 100%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3057F37B-CB34-4E98-AD5D-B04452BC7AA0}"/>
              </a:ext>
            </a:extLst>
          </p:cNvPr>
          <p:cNvSpPr>
            <a:spLocks noGrp="1"/>
          </p:cNvSpPr>
          <p:nvPr/>
        </p:nvSpPr>
        <p:spPr>
          <a:xfrm>
            <a:off x="4476750" y="4400550"/>
            <a:ext cx="3857625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6B122430-E230-4C48-8FA1-508C33C2B846}"/>
              </a:ext>
            </a:extLst>
          </p:cNvPr>
          <p:cNvSpPr>
            <a:spLocks noGrp="1"/>
          </p:cNvSpPr>
          <p:nvPr/>
        </p:nvSpPr>
        <p:spPr>
          <a:xfrm>
            <a:off x="4533900" y="443865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외곽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sz="1000" b="0" dirty="0" err="1">
                <a:solidFill>
                  <a:srgbClr val="202020"/>
                </a:solidFill>
              </a:rPr>
              <a:t>라인</a:t>
            </a:r>
            <a:r>
              <a:rPr sz="1000" b="0" dirty="0">
                <a:solidFill>
                  <a:srgbClr val="202020"/>
                </a:solidFill>
              </a:rPr>
              <a:t> </a:t>
            </a:r>
            <a:r>
              <a:rPr lang="ko-KR" altLang="en-US" sz="1000" b="0" dirty="0">
                <a:solidFill>
                  <a:srgbClr val="202020"/>
                </a:solidFill>
              </a:rPr>
              <a:t>색상 변경 및</a:t>
            </a:r>
            <a:endParaRPr lang="en-US" altLang="ko-KR" sz="1000" b="0" dirty="0">
              <a:solidFill>
                <a:srgbClr val="202020"/>
              </a:solidFill>
            </a:endParaRPr>
          </a:p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dirty="0">
                <a:solidFill>
                  <a:srgbClr val="202020"/>
                </a:solidFill>
              </a:rPr>
              <a:t>외곽 라인이 </a:t>
            </a:r>
            <a:r>
              <a:rPr lang="ko-KR" altLang="en-US" sz="1000" dirty="0" err="1">
                <a:solidFill>
                  <a:srgbClr val="202020"/>
                </a:solidFill>
              </a:rPr>
              <a:t>줄어듬으로써</a:t>
            </a:r>
            <a:r>
              <a:rPr lang="ko-KR" altLang="en-US" sz="1000" dirty="0">
                <a:solidFill>
                  <a:srgbClr val="202020"/>
                </a:solidFill>
              </a:rPr>
              <a:t> 남은 시간 안내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3948165A-35F9-4CA4-A153-9F4293D7CB20}"/>
              </a:ext>
            </a:extLst>
          </p:cNvPr>
          <p:cNvSpPr>
            <a:spLocks noGrp="1"/>
          </p:cNvSpPr>
          <p:nvPr/>
        </p:nvSpPr>
        <p:spPr>
          <a:xfrm>
            <a:off x="8334375" y="440055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49EEC09-B43E-4FED-8648-4461C705DAD4}"/>
              </a:ext>
            </a:extLst>
          </p:cNvPr>
          <p:cNvSpPr>
            <a:spLocks noGrp="1"/>
          </p:cNvSpPr>
          <p:nvPr/>
        </p:nvSpPr>
        <p:spPr>
          <a:xfrm>
            <a:off x="8391525" y="44386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일정 시간 피해 배율 적용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CACA97B-C407-4B44-AE96-25F8217BCDC0}"/>
              </a:ext>
            </a:extLst>
          </p:cNvPr>
          <p:cNvSpPr>
            <a:spLocks noGrp="1"/>
          </p:cNvSpPr>
          <p:nvPr/>
        </p:nvSpPr>
        <p:spPr>
          <a:xfrm>
            <a:off x="190500" y="4953000"/>
            <a:ext cx="1381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65C12DF-9D5D-4538-8B6D-2FEED2995EE5}"/>
              </a:ext>
            </a:extLst>
          </p:cNvPr>
          <p:cNvSpPr>
            <a:spLocks noGrp="1"/>
          </p:cNvSpPr>
          <p:nvPr/>
        </p:nvSpPr>
        <p:spPr>
          <a:xfrm>
            <a:off x="247650" y="4991100"/>
            <a:ext cx="1266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복귀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71C48EDC-E17E-4EAF-B2D5-8CB8A938244D}"/>
              </a:ext>
            </a:extLst>
          </p:cNvPr>
          <p:cNvSpPr>
            <a:spLocks noGrp="1"/>
          </p:cNvSpPr>
          <p:nvPr/>
        </p:nvSpPr>
        <p:spPr>
          <a:xfrm>
            <a:off x="1571625" y="4953000"/>
            <a:ext cx="29051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5CBDFF4-5021-448F-A81F-C72809F74BB6}"/>
              </a:ext>
            </a:extLst>
          </p:cNvPr>
          <p:cNvSpPr>
            <a:spLocks noGrp="1"/>
          </p:cNvSpPr>
          <p:nvPr/>
        </p:nvSpPr>
        <p:spPr>
          <a:xfrm>
            <a:off x="1628775" y="4991100"/>
            <a:ext cx="27908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시간 종료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2E42DAD6-CFDB-40EF-9C95-DF9B6015F8CC}"/>
              </a:ext>
            </a:extLst>
          </p:cNvPr>
          <p:cNvSpPr>
            <a:spLocks noGrp="1"/>
          </p:cNvSpPr>
          <p:nvPr/>
        </p:nvSpPr>
        <p:spPr>
          <a:xfrm>
            <a:off x="4476750" y="4953000"/>
            <a:ext cx="3857625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C8D701DF-E837-4DC3-AF6B-E6A3687E2CCC}"/>
              </a:ext>
            </a:extLst>
          </p:cNvPr>
          <p:cNvSpPr>
            <a:spLocks noGrp="1"/>
          </p:cNvSpPr>
          <p:nvPr/>
        </p:nvSpPr>
        <p:spPr>
          <a:xfrm>
            <a:off x="4533900" y="4991100"/>
            <a:ext cx="374332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숨김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2733BEFF-A3E7-48F1-8B64-9156174A7EF1}"/>
              </a:ext>
            </a:extLst>
          </p:cNvPr>
          <p:cNvSpPr>
            <a:spLocks noGrp="1"/>
          </p:cNvSpPr>
          <p:nvPr/>
        </p:nvSpPr>
        <p:spPr>
          <a:xfrm>
            <a:off x="8334375" y="495300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D5F5C2DC-E0C7-4C8E-95DD-33BFB7000A95}"/>
              </a:ext>
            </a:extLst>
          </p:cNvPr>
          <p:cNvSpPr>
            <a:spLocks noGrp="1"/>
          </p:cNvSpPr>
          <p:nvPr/>
        </p:nvSpPr>
        <p:spPr>
          <a:xfrm>
            <a:off x="8391525" y="49911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상태로 복귀</a:t>
            </a:r>
          </a:p>
        </p:txBody>
      </p:sp>
    </p:spTree>
    <p:extLst>
      <p:ext uri="{BB962C8B-B14F-4D97-AF65-F5344CB8AC3E}">
        <p14:creationId xmlns:p14="http://schemas.microsoft.com/office/powerpoint/2010/main" val="1004735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endParaRPr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DB901A-44A9-4377-AB08-A33550AEA7E9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6. 약점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A313B0B-0E7F-4152-883C-2F5202B8A457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1DEBBEB-7FA2-4C75-A13C-9F068915BFF1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19075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B9E9A6-3496-410B-9290-BC5D742AC364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FB4E73-1918-48C3-AABE-BDC884F060ED}"/>
              </a:ext>
            </a:extLst>
          </p:cNvPr>
          <p:cNvSpPr>
            <a:spLocks noGrp="1"/>
          </p:cNvSpPr>
          <p:nvPr/>
        </p:nvSpPr>
        <p:spPr>
          <a:xfrm>
            <a:off x="2381250" y="914400"/>
            <a:ext cx="24765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5E897E-8F98-4049-8AE2-4D10E5662547}"/>
              </a:ext>
            </a:extLst>
          </p:cNvPr>
          <p:cNvSpPr>
            <a:spLocks noGrp="1"/>
          </p:cNvSpPr>
          <p:nvPr/>
        </p:nvSpPr>
        <p:spPr>
          <a:xfrm>
            <a:off x="2438400" y="9525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값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A7E5F42-35DA-4C65-BD99-00D0FC44C395}"/>
              </a:ext>
            </a:extLst>
          </p:cNvPr>
          <p:cNvSpPr>
            <a:spLocks noGrp="1"/>
          </p:cNvSpPr>
          <p:nvPr/>
        </p:nvSpPr>
        <p:spPr>
          <a:xfrm>
            <a:off x="4857750" y="914400"/>
            <a:ext cx="6858000" cy="5143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A5A595E-F369-472C-A3BA-B57E5A6CB6A8}"/>
              </a:ext>
            </a:extLst>
          </p:cNvPr>
          <p:cNvSpPr>
            <a:spLocks noGrp="1"/>
          </p:cNvSpPr>
          <p:nvPr/>
        </p:nvSpPr>
        <p:spPr>
          <a:xfrm>
            <a:off x="4914900" y="9525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D6FC699-3389-43E2-8529-EC5A0CEA3AB9}"/>
              </a:ext>
            </a:extLst>
          </p:cNvPr>
          <p:cNvSpPr>
            <a:spLocks noGrp="1"/>
          </p:cNvSpPr>
          <p:nvPr/>
        </p:nvSpPr>
        <p:spPr>
          <a:xfrm>
            <a:off x="190500" y="14287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441DEB6-E59E-45AC-8DA4-BF82D013227C}"/>
              </a:ext>
            </a:extLst>
          </p:cNvPr>
          <p:cNvSpPr>
            <a:spLocks noGrp="1"/>
          </p:cNvSpPr>
          <p:nvPr/>
        </p:nvSpPr>
        <p:spPr>
          <a:xfrm>
            <a:off x="247650" y="14668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 조건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A7913E-E2E3-4CF2-82C2-2C5085CBADC8}"/>
              </a:ext>
            </a:extLst>
          </p:cNvPr>
          <p:cNvSpPr>
            <a:spLocks noGrp="1"/>
          </p:cNvSpPr>
          <p:nvPr/>
        </p:nvSpPr>
        <p:spPr>
          <a:xfrm>
            <a:off x="2381250" y="14287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FB45F5-209B-4400-A2E2-9BF3D935A080}"/>
              </a:ext>
            </a:extLst>
          </p:cNvPr>
          <p:cNvSpPr>
            <a:spLocks noGrp="1"/>
          </p:cNvSpPr>
          <p:nvPr/>
        </p:nvSpPr>
        <p:spPr>
          <a:xfrm>
            <a:off x="2438400" y="14668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몸통 타격 120회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DD2F571-EA65-40CE-9174-131B6786EABF}"/>
              </a:ext>
            </a:extLst>
          </p:cNvPr>
          <p:cNvSpPr>
            <a:spLocks noGrp="1"/>
          </p:cNvSpPr>
          <p:nvPr/>
        </p:nvSpPr>
        <p:spPr>
          <a:xfrm>
            <a:off x="4857750" y="14287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C5C743-86BA-49C8-A7BF-C8DA32EE0011}"/>
              </a:ext>
            </a:extLst>
          </p:cNvPr>
          <p:cNvSpPr>
            <a:spLocks noGrp="1"/>
          </p:cNvSpPr>
          <p:nvPr/>
        </p:nvSpPr>
        <p:spPr>
          <a:xfrm>
            <a:off x="4914900" y="14668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 2초 내외. 프레임이 아니라 실제 타격 횟수 기준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9D4DAF4-EAD3-448C-AC7F-C95F1BB3B392}"/>
              </a:ext>
            </a:extLst>
          </p:cNvPr>
          <p:cNvSpPr>
            <a:spLocks noGrp="1"/>
          </p:cNvSpPr>
          <p:nvPr/>
        </p:nvSpPr>
        <p:spPr>
          <a:xfrm>
            <a:off x="190500" y="19431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9C0608-0A47-4C9D-9197-22228FDC78A8}"/>
              </a:ext>
            </a:extLst>
          </p:cNvPr>
          <p:cNvSpPr>
            <a:spLocks noGrp="1"/>
          </p:cNvSpPr>
          <p:nvPr/>
        </p:nvSpPr>
        <p:spPr>
          <a:xfrm>
            <a:off x="247650" y="19812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판정 반경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6C64EC-FFF0-4869-930D-0161B1A6A62F}"/>
              </a:ext>
            </a:extLst>
          </p:cNvPr>
          <p:cNvSpPr>
            <a:spLocks noGrp="1"/>
          </p:cNvSpPr>
          <p:nvPr/>
        </p:nvSpPr>
        <p:spPr>
          <a:xfrm>
            <a:off x="2381250" y="19431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E05E58-6A7A-4484-8B39-6EE986100155}"/>
              </a:ext>
            </a:extLst>
          </p:cNvPr>
          <p:cNvSpPr>
            <a:spLocks noGrp="1"/>
          </p:cNvSpPr>
          <p:nvPr/>
        </p:nvSpPr>
        <p:spPr>
          <a:xfrm>
            <a:off x="2438400" y="19812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17px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8E4278D-61E7-4F23-B627-8600B9D5BE72}"/>
              </a:ext>
            </a:extLst>
          </p:cNvPr>
          <p:cNvSpPr>
            <a:spLocks noGrp="1"/>
          </p:cNvSpPr>
          <p:nvPr/>
        </p:nvSpPr>
        <p:spPr>
          <a:xfrm>
            <a:off x="4857750" y="19431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265CF77-E714-45B1-A042-9FAE363B1A94}"/>
              </a:ext>
            </a:extLst>
          </p:cNvPr>
          <p:cNvSpPr>
            <a:spLocks noGrp="1"/>
          </p:cNvSpPr>
          <p:nvPr/>
        </p:nvSpPr>
        <p:spPr>
          <a:xfrm>
            <a:off x="4914900" y="19812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약점에 닿았는지 판단하는 반경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0928EB-D05F-4E58-A88B-14F18647814B}"/>
              </a:ext>
            </a:extLst>
          </p:cNvPr>
          <p:cNvSpPr>
            <a:spLocks noGrp="1"/>
          </p:cNvSpPr>
          <p:nvPr/>
        </p:nvSpPr>
        <p:spPr>
          <a:xfrm>
            <a:off x="190500" y="24574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099BB55-0C0B-4A43-9267-C2059E981EAE}"/>
              </a:ext>
            </a:extLst>
          </p:cNvPr>
          <p:cNvSpPr>
            <a:spLocks noGrp="1"/>
          </p:cNvSpPr>
          <p:nvPr/>
        </p:nvSpPr>
        <p:spPr>
          <a:xfrm>
            <a:off x="247650" y="24955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진행 증가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F96907F-9679-4EBE-A2F7-A3002ADB820E}"/>
              </a:ext>
            </a:extLst>
          </p:cNvPr>
          <p:cNvSpPr>
            <a:spLocks noGrp="1"/>
          </p:cNvSpPr>
          <p:nvPr/>
        </p:nvSpPr>
        <p:spPr>
          <a:xfrm>
            <a:off x="2381250" y="24574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0FAD49B-809D-4995-8721-15AC42971B97}"/>
              </a:ext>
            </a:extLst>
          </p:cNvPr>
          <p:cNvSpPr>
            <a:spLocks noGrp="1"/>
          </p:cNvSpPr>
          <p:nvPr/>
        </p:nvSpPr>
        <p:spPr>
          <a:xfrm>
            <a:off x="2438400" y="24955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1타당 +1.25%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BD4E4BC-D3D2-4289-816D-772CC9DA1A2A}"/>
              </a:ext>
            </a:extLst>
          </p:cNvPr>
          <p:cNvSpPr>
            <a:spLocks noGrp="1"/>
          </p:cNvSpPr>
          <p:nvPr/>
        </p:nvSpPr>
        <p:spPr>
          <a:xfrm>
            <a:off x="4857750" y="24574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657A93B-15A9-4A25-A7A5-C35DFED585B2}"/>
              </a:ext>
            </a:extLst>
          </p:cNvPr>
          <p:cNvSpPr>
            <a:spLocks noGrp="1"/>
          </p:cNvSpPr>
          <p:nvPr/>
        </p:nvSpPr>
        <p:spPr>
          <a:xfrm>
            <a:off x="4914900" y="24955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80회 약점 타격 시 브레이크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DE59BDB-5BCC-4FB6-8D1F-A696400098B9}"/>
              </a:ext>
            </a:extLst>
          </p:cNvPr>
          <p:cNvSpPr>
            <a:spLocks noGrp="1"/>
          </p:cNvSpPr>
          <p:nvPr/>
        </p:nvSpPr>
        <p:spPr>
          <a:xfrm>
            <a:off x="190500" y="2971800"/>
            <a:ext cx="219075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93B7136-A0DA-488F-946F-D88B40E66EE0}"/>
              </a:ext>
            </a:extLst>
          </p:cNvPr>
          <p:cNvSpPr>
            <a:spLocks noGrp="1"/>
          </p:cNvSpPr>
          <p:nvPr/>
        </p:nvSpPr>
        <p:spPr>
          <a:xfrm>
            <a:off x="247650" y="300990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이동 주기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31C6DF-EA37-4988-873C-5E1B0C33FF52}"/>
              </a:ext>
            </a:extLst>
          </p:cNvPr>
          <p:cNvSpPr>
            <a:spLocks noGrp="1"/>
          </p:cNvSpPr>
          <p:nvPr/>
        </p:nvSpPr>
        <p:spPr>
          <a:xfrm>
            <a:off x="2381250" y="2971800"/>
            <a:ext cx="24765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D48DE2D-06A7-4A3F-86C6-A248BE5140EC}"/>
              </a:ext>
            </a:extLst>
          </p:cNvPr>
          <p:cNvSpPr>
            <a:spLocks noGrp="1"/>
          </p:cNvSpPr>
          <p:nvPr/>
        </p:nvSpPr>
        <p:spPr>
          <a:xfrm>
            <a:off x="2438400" y="300990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0CCCA9A-D763-4D84-9E0D-62EC512AB211}"/>
              </a:ext>
            </a:extLst>
          </p:cNvPr>
          <p:cNvSpPr>
            <a:spLocks noGrp="1"/>
          </p:cNvSpPr>
          <p:nvPr/>
        </p:nvSpPr>
        <p:spPr>
          <a:xfrm>
            <a:off x="4857750" y="2971800"/>
            <a:ext cx="6858000" cy="5143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4C58FA7-1595-4991-B469-01C0A370C820}"/>
              </a:ext>
            </a:extLst>
          </p:cNvPr>
          <p:cNvSpPr>
            <a:spLocks noGrp="1"/>
          </p:cNvSpPr>
          <p:nvPr/>
        </p:nvSpPr>
        <p:spPr>
          <a:xfrm>
            <a:off x="4914900" y="300990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같은 위치 고정 피로도를 줄이기 위한 이동 주기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88E6FC0-C506-4290-B19F-0762BA3B7ABF}"/>
              </a:ext>
            </a:extLst>
          </p:cNvPr>
          <p:cNvSpPr>
            <a:spLocks noGrp="1"/>
          </p:cNvSpPr>
          <p:nvPr/>
        </p:nvSpPr>
        <p:spPr>
          <a:xfrm>
            <a:off x="190500" y="3486150"/>
            <a:ext cx="219075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990609B-C130-48F3-B1F2-1C2FED3E2023}"/>
              </a:ext>
            </a:extLst>
          </p:cNvPr>
          <p:cNvSpPr>
            <a:spLocks noGrp="1"/>
          </p:cNvSpPr>
          <p:nvPr/>
        </p:nvSpPr>
        <p:spPr>
          <a:xfrm>
            <a:off x="247650" y="3524250"/>
            <a:ext cx="207645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B75295AA-FE75-4BB7-A91C-891DCECDE967}"/>
              </a:ext>
            </a:extLst>
          </p:cNvPr>
          <p:cNvSpPr>
            <a:spLocks noGrp="1"/>
          </p:cNvSpPr>
          <p:nvPr/>
        </p:nvSpPr>
        <p:spPr>
          <a:xfrm>
            <a:off x="2381250" y="3486150"/>
            <a:ext cx="24765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0ECAB35-5E54-4773-BED6-D93016D879E9}"/>
              </a:ext>
            </a:extLst>
          </p:cNvPr>
          <p:cNvSpPr>
            <a:spLocks noGrp="1"/>
          </p:cNvSpPr>
          <p:nvPr/>
        </p:nvSpPr>
        <p:spPr>
          <a:xfrm>
            <a:off x="2438400" y="3524250"/>
            <a:ext cx="23622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비노출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888E0A9F-D981-4DC0-9E42-48C60B7A0D61}"/>
              </a:ext>
            </a:extLst>
          </p:cNvPr>
          <p:cNvSpPr>
            <a:spLocks noGrp="1"/>
          </p:cNvSpPr>
          <p:nvPr/>
        </p:nvSpPr>
        <p:spPr>
          <a:xfrm>
            <a:off x="4857750" y="3486150"/>
            <a:ext cx="6858000" cy="5143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2E1E19-BDD6-4643-A656-C578C8023E79}"/>
              </a:ext>
            </a:extLst>
          </p:cNvPr>
          <p:cNvSpPr>
            <a:spLocks noGrp="1"/>
          </p:cNvSpPr>
          <p:nvPr/>
        </p:nvSpPr>
        <p:spPr>
          <a:xfrm>
            <a:off x="4914900" y="3524250"/>
            <a:ext cx="67437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약점은 브레이크 시동기이므로 브레이크 중에는 숨김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022DFEF-7A37-4316-A5C7-045ED792FFB7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6.1. 약점 위치 규칙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5177067-1E8A-479E-AEDD-630AFA5D95BC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약점은 광물 외곽선 근처에 생성한다.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672BDF-33F2-40FB-A4F1-1D63721A558E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플레이어가 타격한 방향 주변에 생성하되, 정확히 같은 위치에는 생성하지 않는다.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EE58EFC-E3A3-43C0-927E-1698CA933279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75" b="0">
                <a:solidFill>
                  <a:srgbClr val="202020"/>
                </a:solidFill>
              </a:rPr>
              <a:t>- 캐릭터가 접근 불가능한 중심부나 광물 안쪽 깊은 위치에는 생성하지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73592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EBD9336-80F3-469F-980A-4AE50B52989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8. UI / UX 상태 정의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0EA4DB9-69A1-4AA3-82ED-2634EAADE1F6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376275B-1CED-4F66-B124-E2AC04A96139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561975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333333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B2569AB-5A3D-43D7-AADD-F96551A83352}"/>
              </a:ext>
            </a:extLst>
          </p:cNvPr>
          <p:cNvSpPr>
            <a:spLocks noGrp="1"/>
          </p:cNvSpPr>
          <p:nvPr/>
        </p:nvSpPr>
        <p:spPr>
          <a:xfrm>
            <a:off x="247650" y="2219325"/>
            <a:ext cx="5505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ctr">
              <a:defRPr sz="1125" b="1">
                <a:solidFill>
                  <a:srgbClr val="202020"/>
                </a:solidFill>
              </a:defRPr>
            </a:pPr>
            <a:r>
              <a:rPr sz="1125" b="1">
                <a:solidFill>
                  <a:srgbClr val="202020"/>
                </a:solidFill>
              </a:rPr>
              <a:t>게임 화면 캡처 교체 영역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C46653B-FCAC-4D85-970B-C77878CF7542}"/>
              </a:ext>
            </a:extLst>
          </p:cNvPr>
          <p:cNvSpPr>
            <a:spLocks noGrp="1"/>
          </p:cNvSpPr>
          <p:nvPr/>
        </p:nvSpPr>
        <p:spPr>
          <a:xfrm>
            <a:off x="6191250" y="914400"/>
            <a:ext cx="6667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2D4A17E-E642-4FEF-B7F7-69A506F36F08}"/>
              </a:ext>
            </a:extLst>
          </p:cNvPr>
          <p:cNvSpPr>
            <a:spLocks noGrp="1"/>
          </p:cNvSpPr>
          <p:nvPr/>
        </p:nvSpPr>
        <p:spPr>
          <a:xfrm>
            <a:off x="6248400" y="952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No.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BA629C-4CA5-4681-BDB1-61207A2BE3D6}"/>
              </a:ext>
            </a:extLst>
          </p:cNvPr>
          <p:cNvSpPr>
            <a:spLocks noGrp="1"/>
          </p:cNvSpPr>
          <p:nvPr/>
        </p:nvSpPr>
        <p:spPr>
          <a:xfrm>
            <a:off x="6858000" y="914400"/>
            <a:ext cx="161925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02DC6E9-B9A8-40DF-99CD-BBF0648DBED9}"/>
              </a:ext>
            </a:extLst>
          </p:cNvPr>
          <p:cNvSpPr>
            <a:spLocks noGrp="1"/>
          </p:cNvSpPr>
          <p:nvPr/>
        </p:nvSpPr>
        <p:spPr>
          <a:xfrm>
            <a:off x="6915150" y="952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요소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BE9B644-923B-4CFD-B0B9-FBD9964185B9}"/>
              </a:ext>
            </a:extLst>
          </p:cNvPr>
          <p:cNvSpPr>
            <a:spLocks noGrp="1"/>
          </p:cNvSpPr>
          <p:nvPr/>
        </p:nvSpPr>
        <p:spPr>
          <a:xfrm>
            <a:off x="8477250" y="914400"/>
            <a:ext cx="3429000" cy="45720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33DF6EB-A688-4907-B389-B04EBE33409A}"/>
              </a:ext>
            </a:extLst>
          </p:cNvPr>
          <p:cNvSpPr>
            <a:spLocks noGrp="1"/>
          </p:cNvSpPr>
          <p:nvPr/>
        </p:nvSpPr>
        <p:spPr>
          <a:xfrm>
            <a:off x="8534400" y="952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설명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3039B5E-DF4D-46C0-A04C-3C175F5841CC}"/>
              </a:ext>
            </a:extLst>
          </p:cNvPr>
          <p:cNvSpPr>
            <a:spLocks noGrp="1"/>
          </p:cNvSpPr>
          <p:nvPr/>
        </p:nvSpPr>
        <p:spPr>
          <a:xfrm>
            <a:off x="6191250" y="13716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3DCB9A9-82DC-4EC7-9233-1E8B9AEEEADB}"/>
              </a:ext>
            </a:extLst>
          </p:cNvPr>
          <p:cNvSpPr>
            <a:spLocks noGrp="1"/>
          </p:cNvSpPr>
          <p:nvPr/>
        </p:nvSpPr>
        <p:spPr>
          <a:xfrm>
            <a:off x="6248400" y="14097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5AD2F2-18AC-42E3-B3B8-0ACEA24AD39B}"/>
              </a:ext>
            </a:extLst>
          </p:cNvPr>
          <p:cNvSpPr>
            <a:spLocks noGrp="1"/>
          </p:cNvSpPr>
          <p:nvPr/>
        </p:nvSpPr>
        <p:spPr>
          <a:xfrm>
            <a:off x="6858000" y="13716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63CAF48-873E-41E5-A627-120140D20C7C}"/>
              </a:ext>
            </a:extLst>
          </p:cNvPr>
          <p:cNvSpPr>
            <a:spLocks noGrp="1"/>
          </p:cNvSpPr>
          <p:nvPr/>
        </p:nvSpPr>
        <p:spPr>
          <a:xfrm>
            <a:off x="6915150" y="14097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HP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BAF2B53-6483-4821-9914-CD7195D42F15}"/>
              </a:ext>
            </a:extLst>
          </p:cNvPr>
          <p:cNvSpPr>
            <a:spLocks noGrp="1"/>
          </p:cNvSpPr>
          <p:nvPr/>
        </p:nvSpPr>
        <p:spPr>
          <a:xfrm>
            <a:off x="8477250" y="13716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C9FB75E4-E6FC-4FFA-8228-37C09F727F99}"/>
              </a:ext>
            </a:extLst>
          </p:cNvPr>
          <p:cNvSpPr>
            <a:spLocks noGrp="1"/>
          </p:cNvSpPr>
          <p:nvPr/>
        </p:nvSpPr>
        <p:spPr>
          <a:xfrm>
            <a:off x="8534400" y="14097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 dirty="0" err="1">
                <a:solidFill>
                  <a:srgbClr val="202020"/>
                </a:solidFill>
              </a:rPr>
              <a:t>광물</a:t>
            </a:r>
            <a:r>
              <a:rPr sz="1000" b="0" dirty="0">
                <a:solidFill>
                  <a:srgbClr val="202020"/>
                </a:solidFill>
              </a:rPr>
              <a:t> HP </a:t>
            </a:r>
            <a:r>
              <a:rPr sz="1000" b="0" dirty="0" err="1">
                <a:solidFill>
                  <a:srgbClr val="202020"/>
                </a:solidFill>
              </a:rPr>
              <a:t>텍스트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F67C779-A625-4990-8270-6DDC5E979AE2}"/>
              </a:ext>
            </a:extLst>
          </p:cNvPr>
          <p:cNvSpPr>
            <a:spLocks noGrp="1"/>
          </p:cNvSpPr>
          <p:nvPr/>
        </p:nvSpPr>
        <p:spPr>
          <a:xfrm>
            <a:off x="6191250" y="18288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5A261FF-1066-4943-9EAD-827EE04E7DB3}"/>
              </a:ext>
            </a:extLst>
          </p:cNvPr>
          <p:cNvSpPr>
            <a:spLocks noGrp="1"/>
          </p:cNvSpPr>
          <p:nvPr/>
        </p:nvSpPr>
        <p:spPr>
          <a:xfrm>
            <a:off x="6248400" y="18669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2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F696AAF-B671-4140-8EE1-0C289C212C4E}"/>
              </a:ext>
            </a:extLst>
          </p:cNvPr>
          <p:cNvSpPr>
            <a:spLocks noGrp="1"/>
          </p:cNvSpPr>
          <p:nvPr/>
        </p:nvSpPr>
        <p:spPr>
          <a:xfrm>
            <a:off x="6858000" y="18288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4112E9-AD19-49E3-A0DE-A82D1C995F53}"/>
              </a:ext>
            </a:extLst>
          </p:cNvPr>
          <p:cNvSpPr>
            <a:spLocks noGrp="1"/>
          </p:cNvSpPr>
          <p:nvPr/>
        </p:nvSpPr>
        <p:spPr>
          <a:xfrm>
            <a:off x="6915150" y="18669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1DF5593-AC9D-4698-A154-D9AD0E9DBDA3}"/>
              </a:ext>
            </a:extLst>
          </p:cNvPr>
          <p:cNvSpPr>
            <a:spLocks noGrp="1"/>
          </p:cNvSpPr>
          <p:nvPr/>
        </p:nvSpPr>
        <p:spPr>
          <a:xfrm>
            <a:off x="8477250" y="18288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9141D3B-F60E-422B-8466-30B5066E8ABC}"/>
              </a:ext>
            </a:extLst>
          </p:cNvPr>
          <p:cNvSpPr>
            <a:spLocks noGrp="1"/>
          </p:cNvSpPr>
          <p:nvPr/>
        </p:nvSpPr>
        <p:spPr>
          <a:xfrm>
            <a:off x="8534400" y="18669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조건 충족 시 즉시 등장. 서서히 페이드인 금지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939B69-4572-4FDD-92C8-EB06B6984AA1}"/>
              </a:ext>
            </a:extLst>
          </p:cNvPr>
          <p:cNvSpPr>
            <a:spLocks noGrp="1"/>
          </p:cNvSpPr>
          <p:nvPr/>
        </p:nvSpPr>
        <p:spPr>
          <a:xfrm>
            <a:off x="6191250" y="22860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AC2F6C0-8D87-440F-A0C1-445B8B744669}"/>
              </a:ext>
            </a:extLst>
          </p:cNvPr>
          <p:cNvSpPr>
            <a:spLocks noGrp="1"/>
          </p:cNvSpPr>
          <p:nvPr/>
        </p:nvSpPr>
        <p:spPr>
          <a:xfrm>
            <a:off x="6248400" y="23241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3B375FC-4B1C-49EE-A15C-14B283AA1869}"/>
              </a:ext>
            </a:extLst>
          </p:cNvPr>
          <p:cNvSpPr>
            <a:spLocks noGrp="1"/>
          </p:cNvSpPr>
          <p:nvPr/>
        </p:nvSpPr>
        <p:spPr>
          <a:xfrm>
            <a:off x="6858000" y="22860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B913540-0DB2-4E2C-9E65-F38F9C8240D1}"/>
              </a:ext>
            </a:extLst>
          </p:cNvPr>
          <p:cNvSpPr>
            <a:spLocks noGrp="1"/>
          </p:cNvSpPr>
          <p:nvPr/>
        </p:nvSpPr>
        <p:spPr>
          <a:xfrm>
            <a:off x="6915150" y="23241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외곽선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A8B198B-B460-405C-8FA0-0D716E59ECAB}"/>
              </a:ext>
            </a:extLst>
          </p:cNvPr>
          <p:cNvSpPr>
            <a:spLocks noGrp="1"/>
          </p:cNvSpPr>
          <p:nvPr/>
        </p:nvSpPr>
        <p:spPr>
          <a:xfrm>
            <a:off x="8477250" y="22860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54E32F7-FF5D-4A79-A1E1-5D15200B44A8}"/>
              </a:ext>
            </a:extLst>
          </p:cNvPr>
          <p:cNvSpPr>
            <a:spLocks noGrp="1"/>
          </p:cNvSpPr>
          <p:nvPr/>
        </p:nvSpPr>
        <p:spPr>
          <a:xfrm>
            <a:off x="8534400" y="23241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외곽과 같은 형태로 확산 후 복귀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1691DE1-3F6F-47BB-9DD5-9DCF2D43BF24}"/>
              </a:ext>
            </a:extLst>
          </p:cNvPr>
          <p:cNvSpPr>
            <a:spLocks noGrp="1"/>
          </p:cNvSpPr>
          <p:nvPr/>
        </p:nvSpPr>
        <p:spPr>
          <a:xfrm>
            <a:off x="6191250" y="2743200"/>
            <a:ext cx="6667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2E2F689-BB22-4BF5-A00D-234CB23DE8A6}"/>
              </a:ext>
            </a:extLst>
          </p:cNvPr>
          <p:cNvSpPr>
            <a:spLocks noGrp="1"/>
          </p:cNvSpPr>
          <p:nvPr/>
        </p:nvSpPr>
        <p:spPr>
          <a:xfrm>
            <a:off x="6248400" y="27813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4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0F86DEF-123A-4C20-8491-8AA607C5E11C}"/>
              </a:ext>
            </a:extLst>
          </p:cNvPr>
          <p:cNvSpPr>
            <a:spLocks noGrp="1"/>
          </p:cNvSpPr>
          <p:nvPr/>
        </p:nvSpPr>
        <p:spPr>
          <a:xfrm>
            <a:off x="6858000" y="2743200"/>
            <a:ext cx="161925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004CEFC-A437-4537-AA10-CCD568353C4F}"/>
              </a:ext>
            </a:extLst>
          </p:cNvPr>
          <p:cNvSpPr>
            <a:spLocks noGrp="1"/>
          </p:cNvSpPr>
          <p:nvPr/>
        </p:nvSpPr>
        <p:spPr>
          <a:xfrm>
            <a:off x="6915150" y="27813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 피드백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53F885-E6F0-430B-B783-D49151895943}"/>
              </a:ext>
            </a:extLst>
          </p:cNvPr>
          <p:cNvSpPr>
            <a:spLocks noGrp="1"/>
          </p:cNvSpPr>
          <p:nvPr/>
        </p:nvSpPr>
        <p:spPr>
          <a:xfrm>
            <a:off x="8477250" y="2743200"/>
            <a:ext cx="3429000" cy="45720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F396D85-4F71-430C-A1AA-E064A70A67D4}"/>
              </a:ext>
            </a:extLst>
          </p:cNvPr>
          <p:cNvSpPr>
            <a:spLocks noGrp="1"/>
          </p:cNvSpPr>
          <p:nvPr/>
        </p:nvSpPr>
        <p:spPr>
          <a:xfrm>
            <a:off x="8534400" y="27813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타격 시 즉시 반응해 명중 여부 전달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3E40DB3-F902-4775-B661-973A026D7DA9}"/>
              </a:ext>
            </a:extLst>
          </p:cNvPr>
          <p:cNvSpPr>
            <a:spLocks noGrp="1"/>
          </p:cNvSpPr>
          <p:nvPr/>
        </p:nvSpPr>
        <p:spPr>
          <a:xfrm>
            <a:off x="6191250" y="3200400"/>
            <a:ext cx="6667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4A855868-5470-4F8A-B650-CA105DAE8F53}"/>
              </a:ext>
            </a:extLst>
          </p:cNvPr>
          <p:cNvSpPr>
            <a:spLocks noGrp="1"/>
          </p:cNvSpPr>
          <p:nvPr/>
        </p:nvSpPr>
        <p:spPr>
          <a:xfrm>
            <a:off x="6248400" y="3238500"/>
            <a:ext cx="5524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5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B0367CC-3FC0-4D1F-A1E4-8BF5C3FA024C}"/>
              </a:ext>
            </a:extLst>
          </p:cNvPr>
          <p:cNvSpPr>
            <a:spLocks noGrp="1"/>
          </p:cNvSpPr>
          <p:nvPr/>
        </p:nvSpPr>
        <p:spPr>
          <a:xfrm>
            <a:off x="6858000" y="3200400"/>
            <a:ext cx="161925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9FFA8C9-3C54-419A-A65A-0CC9CC739D15}"/>
              </a:ext>
            </a:extLst>
          </p:cNvPr>
          <p:cNvSpPr>
            <a:spLocks noGrp="1"/>
          </p:cNvSpPr>
          <p:nvPr/>
        </p:nvSpPr>
        <p:spPr>
          <a:xfrm>
            <a:off x="6915150" y="3238500"/>
            <a:ext cx="15049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 피드백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72391C1-9219-44CC-A2A5-A4FC61794BC2}"/>
              </a:ext>
            </a:extLst>
          </p:cNvPr>
          <p:cNvSpPr>
            <a:spLocks noGrp="1"/>
          </p:cNvSpPr>
          <p:nvPr/>
        </p:nvSpPr>
        <p:spPr>
          <a:xfrm>
            <a:off x="8477250" y="3200400"/>
            <a:ext cx="3429000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7933880-2C44-46A8-AF3E-482A8DA9B40A}"/>
              </a:ext>
            </a:extLst>
          </p:cNvPr>
          <p:cNvSpPr>
            <a:spLocks noGrp="1"/>
          </p:cNvSpPr>
          <p:nvPr/>
        </p:nvSpPr>
        <p:spPr>
          <a:xfrm>
            <a:off x="8534400" y="3238500"/>
            <a:ext cx="3314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본체가 순간적으로 작아졌다 복귀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68704F5-6826-46E2-9A64-A2662C7B6625}"/>
              </a:ext>
            </a:extLst>
          </p:cNvPr>
          <p:cNvSpPr>
            <a:spLocks noGrp="1"/>
          </p:cNvSpPr>
          <p:nvPr/>
        </p:nvSpPr>
        <p:spPr>
          <a:xfrm>
            <a:off x="190500" y="4095750"/>
            <a:ext cx="11239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350" b="1">
                <a:solidFill>
                  <a:srgbClr val="202020"/>
                </a:solidFill>
              </a:defRPr>
            </a:pPr>
            <a:r>
              <a:rPr sz="1350" b="1">
                <a:solidFill>
                  <a:srgbClr val="202020"/>
                </a:solidFill>
              </a:rPr>
              <a:t>8.1. UX 기준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033CDFD-A499-448B-A1E7-F844A2F6770A}"/>
              </a:ext>
            </a:extLst>
          </p:cNvPr>
          <p:cNvSpPr>
            <a:spLocks noGrp="1"/>
          </p:cNvSpPr>
          <p:nvPr/>
        </p:nvSpPr>
        <p:spPr>
          <a:xfrm>
            <a:off x="190500" y="4438650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약점이 등장했는지, 약점을 맞췄는지, 브레이크 상태인지 각각 다른 피드백으로 구분한다.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FC775B43-7F99-423B-9886-AB611178252F}"/>
              </a:ext>
            </a:extLst>
          </p:cNvPr>
          <p:cNvSpPr>
            <a:spLocks noGrp="1"/>
          </p:cNvSpPr>
          <p:nvPr/>
        </p:nvSpPr>
        <p:spPr>
          <a:xfrm>
            <a:off x="190500" y="4714875"/>
            <a:ext cx="10287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1275" b="0">
                <a:solidFill>
                  <a:srgbClr val="202020"/>
                </a:solidFill>
              </a:defRPr>
            </a:pPr>
            <a:r>
              <a:rPr sz="1200" b="0">
                <a:solidFill>
                  <a:srgbClr val="202020"/>
                </a:solidFill>
              </a:rPr>
              <a:t>- 브레이크 남은 시간은 하단 게이지가 아니라 광물 외곽선 연출로 표현한다.</a:t>
            </a:r>
          </a:p>
        </p:txBody>
      </p:sp>
    </p:spTree>
    <p:extLst>
      <p:ext uri="{BB962C8B-B14F-4D97-AF65-F5344CB8AC3E}">
        <p14:creationId xmlns:p14="http://schemas.microsoft.com/office/powerpoint/2010/main" val="818856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endParaRPr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0B2338-7F6C-4DE5-B499-7F6FFF3097A2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>
                <a:solidFill>
                  <a:srgbClr val="1E2D4A"/>
                </a:solidFill>
              </a:rPr>
              <a:t>9. 피드백 / 연출 규칙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BBD9ED-7DA9-40A6-84A1-D2DD80870318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586F3F7-A251-427E-AEF6-4325776EB2F9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3ECF31-67A1-4B89-BCE0-D6F9C7476A1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구분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962509E-1F2A-4B2F-A493-721B4E3E81F6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3143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A20481-4428-4438-ACB9-925937318C39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발생 조건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67A24EE-6484-4C22-B672-1F7A3EAC27EA}"/>
              </a:ext>
            </a:extLst>
          </p:cNvPr>
          <p:cNvSpPr>
            <a:spLocks noGrp="1"/>
          </p:cNvSpPr>
          <p:nvPr/>
        </p:nvSpPr>
        <p:spPr>
          <a:xfrm>
            <a:off x="5334000" y="914400"/>
            <a:ext cx="6286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FE90573-E3D1-40E1-9E28-59480389D712}"/>
              </a:ext>
            </a:extLst>
          </p:cNvPr>
          <p:cNvSpPr>
            <a:spLocks noGrp="1"/>
          </p:cNvSpPr>
          <p:nvPr/>
        </p:nvSpPr>
        <p:spPr>
          <a:xfrm>
            <a:off x="5391150" y="9525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연출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B9CFEF2-3F41-49E6-B7D1-1894C8E43AC9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4E41601-D039-4264-80C1-DD86F40E95E8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피격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D3FF6BE-D6E3-4EAF-A1FC-84D4F255F457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DB7D984-1F03-4BA2-909E-24AEEB73A020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광물에 접촉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600F560-C242-4D23-9B4E-97329E81C83E}"/>
              </a:ext>
            </a:extLst>
          </p:cNvPr>
          <p:cNvSpPr>
            <a:spLocks noGrp="1"/>
          </p:cNvSpPr>
          <p:nvPr/>
        </p:nvSpPr>
        <p:spPr>
          <a:xfrm>
            <a:off x="5334000" y="14668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1DDE8F-D9D3-4B51-9031-9848E87D19EA}"/>
              </a:ext>
            </a:extLst>
          </p:cNvPr>
          <p:cNvSpPr>
            <a:spLocks noGrp="1"/>
          </p:cNvSpPr>
          <p:nvPr/>
        </p:nvSpPr>
        <p:spPr>
          <a:xfrm>
            <a:off x="5391150" y="15049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lang="ko-KR" altLang="en-US" sz="1000" b="0" dirty="0">
                <a:solidFill>
                  <a:srgbClr val="202020"/>
                </a:solidFill>
              </a:rPr>
              <a:t>기존 연출 사용</a:t>
            </a:r>
            <a:endParaRPr sz="1000" b="0" dirty="0">
              <a:solidFill>
                <a:srgbClr val="20202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1E52D91-FD83-45B4-AB20-6E46AA36783C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F5A051-0FC5-489D-B76C-F43F24F1105A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피격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AC65E30-B4A9-4084-8237-644A3955E3A9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898CC73-0F5B-459D-B2C0-4D3966909ACC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곡괭이가 약점 판정 반경 접촉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AA41BF9-6F05-4F22-8864-9F5B6F8B7459}"/>
              </a:ext>
            </a:extLst>
          </p:cNvPr>
          <p:cNvSpPr>
            <a:spLocks noGrp="1"/>
          </p:cNvSpPr>
          <p:nvPr/>
        </p:nvSpPr>
        <p:spPr>
          <a:xfrm>
            <a:off x="5334000" y="20193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25C252E-2676-4B86-9455-8B771430BBCB}"/>
              </a:ext>
            </a:extLst>
          </p:cNvPr>
          <p:cNvSpPr>
            <a:spLocks noGrp="1"/>
          </p:cNvSpPr>
          <p:nvPr/>
        </p:nvSpPr>
        <p:spPr>
          <a:xfrm>
            <a:off x="5391150" y="20574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마크가 순간적으로 반응하고 누적 크기 증가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83D7C1F-8D24-4517-83EB-3F400D9594FE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A712FDF-A497-429F-9D9F-63CF8824EF42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진입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01081C2-A756-4553-8F84-88CE4A10DAB1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3A7F845-07E4-4D23-A9C5-0A50EF194B85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진행도 100%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41712E4-CF0B-4A44-BB60-AA1C0C5B5710}"/>
              </a:ext>
            </a:extLst>
          </p:cNvPr>
          <p:cNvSpPr>
            <a:spLocks noGrp="1"/>
          </p:cNvSpPr>
          <p:nvPr/>
        </p:nvSpPr>
        <p:spPr>
          <a:xfrm>
            <a:off x="5334000" y="25717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04114CD-6019-4AFA-B6D9-0367CD96E7CB}"/>
              </a:ext>
            </a:extLst>
          </p:cNvPr>
          <p:cNvSpPr>
            <a:spLocks noGrp="1"/>
          </p:cNvSpPr>
          <p:nvPr/>
        </p:nvSpPr>
        <p:spPr>
          <a:xfrm>
            <a:off x="5391150" y="26098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외곽선과 동일한 형태의 라인 확산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2109D5E-A148-45FA-B36B-F5403321188A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12748A9-4362-4DAB-88FC-D03FA9308020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잔여 시간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FA8EE654-1DC5-4B4C-AF49-43118E39892F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3143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32F1AAF-2624-4EAD-8732-257FB5971D65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유지 중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94411FD-CBB4-4A83-801A-676C8F66AB87}"/>
              </a:ext>
            </a:extLst>
          </p:cNvPr>
          <p:cNvSpPr>
            <a:spLocks noGrp="1"/>
          </p:cNvSpPr>
          <p:nvPr/>
        </p:nvSpPr>
        <p:spPr>
          <a:xfrm>
            <a:off x="5334000" y="3124200"/>
            <a:ext cx="6286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36DEA46-6203-4400-AA23-96BDB086AD25}"/>
              </a:ext>
            </a:extLst>
          </p:cNvPr>
          <p:cNvSpPr>
            <a:spLocks noGrp="1"/>
          </p:cNvSpPr>
          <p:nvPr/>
        </p:nvSpPr>
        <p:spPr>
          <a:xfrm>
            <a:off x="5391150" y="316230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확산된 외곽선이 서서히 광물 테두리로 복귀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C8B10C5-C414-44A5-A84A-8DA89A4015BF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51BD92-6CB7-4612-B12C-C1BB23D84AC2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종료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0196C5D-556C-4FAC-A7A9-F7227FA2FDF1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3143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C07D7AA-C58B-4E9E-A283-97EF394CE5F6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028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시간 종료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884D9C9-7E8B-46E6-A56B-90E3A259E52C}"/>
              </a:ext>
            </a:extLst>
          </p:cNvPr>
          <p:cNvSpPr>
            <a:spLocks noGrp="1"/>
          </p:cNvSpPr>
          <p:nvPr/>
        </p:nvSpPr>
        <p:spPr>
          <a:xfrm>
            <a:off x="5334000" y="3676650"/>
            <a:ext cx="6286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02C7149-35D9-42BD-B112-DF12AC8C56E1}"/>
              </a:ext>
            </a:extLst>
          </p:cNvPr>
          <p:cNvSpPr>
            <a:spLocks noGrp="1"/>
          </p:cNvSpPr>
          <p:nvPr/>
        </p:nvSpPr>
        <p:spPr>
          <a:xfrm>
            <a:off x="5391150" y="3714750"/>
            <a:ext cx="617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숨김 / 일반 상태 복귀</a:t>
            </a:r>
          </a:p>
        </p:txBody>
      </p:sp>
    </p:spTree>
    <p:extLst>
      <p:ext uri="{BB962C8B-B14F-4D97-AF65-F5344CB8AC3E}">
        <p14:creationId xmlns:p14="http://schemas.microsoft.com/office/powerpoint/2010/main" val="265906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521F15A-1F8E-4B8F-9AD0-1E3367E96CA0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11. </a:t>
            </a:r>
            <a:r>
              <a:rPr sz="2250" b="1" dirty="0" err="1">
                <a:solidFill>
                  <a:srgbClr val="1E2D4A"/>
                </a:solidFill>
              </a:rPr>
              <a:t>데이터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테이블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7A73AE6-B378-4ADB-9582-52FAE438774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1D93B44-CB3B-4A87-A4C8-4AA22FFEED7B}"/>
              </a:ext>
            </a:extLst>
          </p:cNvPr>
          <p:cNvSpPr>
            <a:spLocks noGrp="1"/>
          </p:cNvSpPr>
          <p:nvPr/>
        </p:nvSpPr>
        <p:spPr>
          <a:xfrm>
            <a:off x="190500" y="8953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B9999B4-A8BD-48BD-952A-6A7A8F9431F0}"/>
              </a:ext>
            </a:extLst>
          </p:cNvPr>
          <p:cNvSpPr>
            <a:spLocks noGrp="1"/>
          </p:cNvSpPr>
          <p:nvPr/>
        </p:nvSpPr>
        <p:spPr>
          <a:xfrm>
            <a:off x="247650" y="9334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Table_BreakMiningConfig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2EF06A5-A8E8-445E-92A5-BD7FBF6AB0E3}"/>
              </a:ext>
            </a:extLst>
          </p:cNvPr>
          <p:cNvSpPr>
            <a:spLocks noGrp="1"/>
          </p:cNvSpPr>
          <p:nvPr/>
        </p:nvSpPr>
        <p:spPr>
          <a:xfrm>
            <a:off x="3143250" y="8953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12B50C5-BB35-4AD1-8643-9B374708B0D8}"/>
              </a:ext>
            </a:extLst>
          </p:cNvPr>
          <p:cNvSpPr>
            <a:spLocks noGrp="1"/>
          </p:cNvSpPr>
          <p:nvPr/>
        </p:nvSpPr>
        <p:spPr>
          <a:xfrm>
            <a:off x="3200400" y="9334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 sz="100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CFA71BD-DEB9-493B-81FA-7E967AACBAB8}"/>
              </a:ext>
            </a:extLst>
          </p:cNvPr>
          <p:cNvSpPr>
            <a:spLocks noGrp="1"/>
          </p:cNvSpPr>
          <p:nvPr/>
        </p:nvSpPr>
        <p:spPr>
          <a:xfrm>
            <a:off x="4857750" y="8953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54AE42-CF5C-4E1D-A3D6-484A229D82DF}"/>
              </a:ext>
            </a:extLst>
          </p:cNvPr>
          <p:cNvSpPr>
            <a:spLocks noGrp="1"/>
          </p:cNvSpPr>
          <p:nvPr/>
        </p:nvSpPr>
        <p:spPr>
          <a:xfrm>
            <a:off x="4914900" y="9334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 sz="100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40CE7D0-6386-4EBD-86D4-81F2AFB9DEEC}"/>
              </a:ext>
            </a:extLst>
          </p:cNvPr>
          <p:cNvSpPr>
            <a:spLocks noGrp="1"/>
          </p:cNvSpPr>
          <p:nvPr/>
        </p:nvSpPr>
        <p:spPr>
          <a:xfrm>
            <a:off x="6572250" y="89535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11C19BA-D1B0-42CC-BCAA-818278B87C85}"/>
              </a:ext>
            </a:extLst>
          </p:cNvPr>
          <p:cNvSpPr>
            <a:spLocks noGrp="1"/>
          </p:cNvSpPr>
          <p:nvPr/>
        </p:nvSpPr>
        <p:spPr>
          <a:xfrm>
            <a:off x="6629400" y="9334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 sz="100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C9B5AD0-669C-4299-82D5-7FA2D0F0DB90}"/>
              </a:ext>
            </a:extLst>
          </p:cNvPr>
          <p:cNvSpPr>
            <a:spLocks noGrp="1"/>
          </p:cNvSpPr>
          <p:nvPr/>
        </p:nvSpPr>
        <p:spPr>
          <a:xfrm>
            <a:off x="190500" y="12573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2BD0708-7550-469B-BEE8-A2F8518CA489}"/>
              </a:ext>
            </a:extLst>
          </p:cNvPr>
          <p:cNvSpPr>
            <a:spLocks noGrp="1"/>
          </p:cNvSpPr>
          <p:nvPr/>
        </p:nvSpPr>
        <p:spPr>
          <a:xfrm>
            <a:off x="247650" y="12954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key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5BF07D3-D8FA-4CA7-8A00-1D19C0583222}"/>
              </a:ext>
            </a:extLst>
          </p:cNvPr>
          <p:cNvSpPr>
            <a:spLocks noGrp="1"/>
          </p:cNvSpPr>
          <p:nvPr/>
        </p:nvSpPr>
        <p:spPr>
          <a:xfrm>
            <a:off x="31432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EC3FD6B-0235-4A10-9AAC-736B2BD03840}"/>
              </a:ext>
            </a:extLst>
          </p:cNvPr>
          <p:cNvSpPr>
            <a:spLocks noGrp="1"/>
          </p:cNvSpPr>
          <p:nvPr/>
        </p:nvSpPr>
        <p:spPr>
          <a:xfrm>
            <a:off x="32004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C435128-1184-406A-B6CA-65D5937A3110}"/>
              </a:ext>
            </a:extLst>
          </p:cNvPr>
          <p:cNvSpPr>
            <a:spLocks noGrp="1"/>
          </p:cNvSpPr>
          <p:nvPr/>
        </p:nvSpPr>
        <p:spPr>
          <a:xfrm>
            <a:off x="4857750" y="12573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442970-0BDD-4AA8-92A1-968C506150DF}"/>
              </a:ext>
            </a:extLst>
          </p:cNvPr>
          <p:cNvSpPr>
            <a:spLocks noGrp="1"/>
          </p:cNvSpPr>
          <p:nvPr/>
        </p:nvSpPr>
        <p:spPr>
          <a:xfrm>
            <a:off x="4914900" y="12954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value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F75ADFA-7F0F-4063-A8D4-D33D88D01F23}"/>
              </a:ext>
            </a:extLst>
          </p:cNvPr>
          <p:cNvSpPr>
            <a:spLocks noGrp="1"/>
          </p:cNvSpPr>
          <p:nvPr/>
        </p:nvSpPr>
        <p:spPr>
          <a:xfrm>
            <a:off x="6572250" y="1257300"/>
            <a:ext cx="4762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2406A62-2947-4E3E-9B15-7F2580EAC6CC}"/>
              </a:ext>
            </a:extLst>
          </p:cNvPr>
          <p:cNvSpPr>
            <a:spLocks noGrp="1"/>
          </p:cNvSpPr>
          <p:nvPr/>
        </p:nvSpPr>
        <p:spPr>
          <a:xfrm>
            <a:off x="6629400" y="12954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3427A58-C608-4C99-9169-0458AB500E97}"/>
              </a:ext>
            </a:extLst>
          </p:cNvPr>
          <p:cNvSpPr>
            <a:spLocks noGrp="1"/>
          </p:cNvSpPr>
          <p:nvPr/>
        </p:nvSpPr>
        <p:spPr>
          <a:xfrm>
            <a:off x="190500" y="16192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2332425-70B1-4BCC-A1DB-C85997E2913E}"/>
              </a:ext>
            </a:extLst>
          </p:cNvPr>
          <p:cNvSpPr>
            <a:spLocks noGrp="1"/>
          </p:cNvSpPr>
          <p:nvPr/>
        </p:nvSpPr>
        <p:spPr>
          <a:xfrm>
            <a:off x="247650" y="1657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base_damage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9333473-4065-49E6-831C-119BD8CF239D}"/>
              </a:ext>
            </a:extLst>
          </p:cNvPr>
          <p:cNvSpPr>
            <a:spLocks noGrp="1"/>
          </p:cNvSpPr>
          <p:nvPr/>
        </p:nvSpPr>
        <p:spPr>
          <a:xfrm>
            <a:off x="3143250" y="16192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7FE4A39-6AA1-46B8-9DE6-0A00BBC4B2A3}"/>
              </a:ext>
            </a:extLst>
          </p:cNvPr>
          <p:cNvSpPr>
            <a:spLocks noGrp="1"/>
          </p:cNvSpPr>
          <p:nvPr/>
        </p:nvSpPr>
        <p:spPr>
          <a:xfrm>
            <a:off x="32004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356FEC6-C79C-4E4D-847B-869C3EA903D6}"/>
              </a:ext>
            </a:extLst>
          </p:cNvPr>
          <p:cNvSpPr>
            <a:spLocks noGrp="1"/>
          </p:cNvSpPr>
          <p:nvPr/>
        </p:nvSpPr>
        <p:spPr>
          <a:xfrm>
            <a:off x="4857750" y="16192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BDD5D4-B8E4-46A6-9AFF-E3CAA9E2D6B3}"/>
              </a:ext>
            </a:extLst>
          </p:cNvPr>
          <p:cNvSpPr>
            <a:spLocks noGrp="1"/>
          </p:cNvSpPr>
          <p:nvPr/>
        </p:nvSpPr>
        <p:spPr>
          <a:xfrm>
            <a:off x="4914900" y="1657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9.2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92F6014-EA04-4CE3-B66B-A1B228968A52}"/>
              </a:ext>
            </a:extLst>
          </p:cNvPr>
          <p:cNvSpPr>
            <a:spLocks noGrp="1"/>
          </p:cNvSpPr>
          <p:nvPr/>
        </p:nvSpPr>
        <p:spPr>
          <a:xfrm>
            <a:off x="6572250" y="16192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1F87EB4-1EDD-47AF-9A64-06BE60B4E50B}"/>
              </a:ext>
            </a:extLst>
          </p:cNvPr>
          <p:cNvSpPr>
            <a:spLocks noGrp="1"/>
          </p:cNvSpPr>
          <p:nvPr/>
        </p:nvSpPr>
        <p:spPr>
          <a:xfrm>
            <a:off x="6629400" y="16573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곡괭이 기본 데미지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0D41587-C151-4798-8074-B902D9D5F943}"/>
              </a:ext>
            </a:extLst>
          </p:cNvPr>
          <p:cNvSpPr>
            <a:spLocks noGrp="1"/>
          </p:cNvSpPr>
          <p:nvPr/>
        </p:nvSpPr>
        <p:spPr>
          <a:xfrm>
            <a:off x="190500" y="19812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ED49523-EBAF-42FA-B1F1-0FA6BF4F569B}"/>
              </a:ext>
            </a:extLst>
          </p:cNvPr>
          <p:cNvSpPr>
            <a:spLocks noGrp="1"/>
          </p:cNvSpPr>
          <p:nvPr/>
        </p:nvSpPr>
        <p:spPr>
          <a:xfrm>
            <a:off x="247650" y="2019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break_damage_multiplier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F54E373-535B-41DC-8614-10196ED662E6}"/>
              </a:ext>
            </a:extLst>
          </p:cNvPr>
          <p:cNvSpPr>
            <a:spLocks noGrp="1"/>
          </p:cNvSpPr>
          <p:nvPr/>
        </p:nvSpPr>
        <p:spPr>
          <a:xfrm>
            <a:off x="3143250" y="19812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7E1DE29-BBCD-41F8-9D25-80F43EB6BBC2}"/>
              </a:ext>
            </a:extLst>
          </p:cNvPr>
          <p:cNvSpPr>
            <a:spLocks noGrp="1"/>
          </p:cNvSpPr>
          <p:nvPr/>
        </p:nvSpPr>
        <p:spPr>
          <a:xfrm>
            <a:off x="32004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6C79C7-9BF1-4CBD-8CBA-EB5ED8446D41}"/>
              </a:ext>
            </a:extLst>
          </p:cNvPr>
          <p:cNvSpPr>
            <a:spLocks noGrp="1"/>
          </p:cNvSpPr>
          <p:nvPr/>
        </p:nvSpPr>
        <p:spPr>
          <a:xfrm>
            <a:off x="4857750" y="19812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D8C604C-EB4D-4B8A-B427-F73D0B2E4850}"/>
              </a:ext>
            </a:extLst>
          </p:cNvPr>
          <p:cNvSpPr>
            <a:spLocks noGrp="1"/>
          </p:cNvSpPr>
          <p:nvPr/>
        </p:nvSpPr>
        <p:spPr>
          <a:xfrm>
            <a:off x="4914900" y="2019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1.8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9E99F22-5FF3-4686-8348-78BB53CB2C92}"/>
              </a:ext>
            </a:extLst>
          </p:cNvPr>
          <p:cNvSpPr>
            <a:spLocks noGrp="1"/>
          </p:cNvSpPr>
          <p:nvPr/>
        </p:nvSpPr>
        <p:spPr>
          <a:xfrm>
            <a:off x="6572250" y="198120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D894BBD-F1DF-48C6-8049-F098E496ECE5}"/>
              </a:ext>
            </a:extLst>
          </p:cNvPr>
          <p:cNvSpPr>
            <a:spLocks noGrp="1"/>
          </p:cNvSpPr>
          <p:nvPr/>
        </p:nvSpPr>
        <p:spPr>
          <a:xfrm>
            <a:off x="6629400" y="20193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데미지 배율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EA38856-6065-4B0E-A607-176F6A053BF5}"/>
              </a:ext>
            </a:extLst>
          </p:cNvPr>
          <p:cNvSpPr>
            <a:spLocks noGrp="1"/>
          </p:cNvSpPr>
          <p:nvPr/>
        </p:nvSpPr>
        <p:spPr>
          <a:xfrm>
            <a:off x="190500" y="2343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3EBCB3B-2176-45FD-9F8F-8763E8F03170}"/>
              </a:ext>
            </a:extLst>
          </p:cNvPr>
          <p:cNvSpPr>
            <a:spLocks noGrp="1"/>
          </p:cNvSpPr>
          <p:nvPr/>
        </p:nvSpPr>
        <p:spPr>
          <a:xfrm>
            <a:off x="247650" y="2381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weak_reveal_hits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742139D-3C34-4C91-ABBF-54E40DA50284}"/>
              </a:ext>
            </a:extLst>
          </p:cNvPr>
          <p:cNvSpPr>
            <a:spLocks noGrp="1"/>
          </p:cNvSpPr>
          <p:nvPr/>
        </p:nvSpPr>
        <p:spPr>
          <a:xfrm>
            <a:off x="3143250" y="2343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A7A375F-D70E-44AF-A748-12460717D30F}"/>
              </a:ext>
            </a:extLst>
          </p:cNvPr>
          <p:cNvSpPr>
            <a:spLocks noGrp="1"/>
          </p:cNvSpPr>
          <p:nvPr/>
        </p:nvSpPr>
        <p:spPr>
          <a:xfrm>
            <a:off x="32004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19F843D-A6E6-4374-96DE-C586E46E844D}"/>
              </a:ext>
            </a:extLst>
          </p:cNvPr>
          <p:cNvSpPr>
            <a:spLocks noGrp="1"/>
          </p:cNvSpPr>
          <p:nvPr/>
        </p:nvSpPr>
        <p:spPr>
          <a:xfrm>
            <a:off x="4857750" y="2343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F3EB8CA8-72C2-4547-B0CD-DE484A61520E}"/>
              </a:ext>
            </a:extLst>
          </p:cNvPr>
          <p:cNvSpPr>
            <a:spLocks noGrp="1"/>
          </p:cNvSpPr>
          <p:nvPr/>
        </p:nvSpPr>
        <p:spPr>
          <a:xfrm>
            <a:off x="4914900" y="2381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120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36BF607-B13F-4FD6-9DC9-0AF17CDFEA9D}"/>
              </a:ext>
            </a:extLst>
          </p:cNvPr>
          <p:cNvSpPr>
            <a:spLocks noGrp="1"/>
          </p:cNvSpPr>
          <p:nvPr/>
        </p:nvSpPr>
        <p:spPr>
          <a:xfrm>
            <a:off x="6572250" y="23431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192F89A-A58A-4855-A682-A438A67D9255}"/>
              </a:ext>
            </a:extLst>
          </p:cNvPr>
          <p:cNvSpPr>
            <a:spLocks noGrp="1"/>
          </p:cNvSpPr>
          <p:nvPr/>
        </p:nvSpPr>
        <p:spPr>
          <a:xfrm>
            <a:off x="6629400" y="23812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노출까지 필요한 몸통 타격 수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6DA4A66-6519-4356-9C74-3A1024EBA1B8}"/>
              </a:ext>
            </a:extLst>
          </p:cNvPr>
          <p:cNvSpPr>
            <a:spLocks noGrp="1"/>
          </p:cNvSpPr>
          <p:nvPr/>
        </p:nvSpPr>
        <p:spPr>
          <a:xfrm>
            <a:off x="190500" y="2705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173F2F5-EFE7-4D7A-B1A4-94FDAE35CCFF}"/>
              </a:ext>
            </a:extLst>
          </p:cNvPr>
          <p:cNvSpPr>
            <a:spLocks noGrp="1"/>
          </p:cNvSpPr>
          <p:nvPr/>
        </p:nvSpPr>
        <p:spPr>
          <a:xfrm>
            <a:off x="247650" y="2743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weak_break_gain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6C58A2A-0F96-4DF3-AF67-9717760B27E7}"/>
              </a:ext>
            </a:extLst>
          </p:cNvPr>
          <p:cNvSpPr>
            <a:spLocks noGrp="1"/>
          </p:cNvSpPr>
          <p:nvPr/>
        </p:nvSpPr>
        <p:spPr>
          <a:xfrm>
            <a:off x="3143250" y="2705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C847F4F-35E1-4629-8123-6E39BF125005}"/>
              </a:ext>
            </a:extLst>
          </p:cNvPr>
          <p:cNvSpPr>
            <a:spLocks noGrp="1"/>
          </p:cNvSpPr>
          <p:nvPr/>
        </p:nvSpPr>
        <p:spPr>
          <a:xfrm>
            <a:off x="32004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Float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08C6A163-4456-4EB7-8D36-6C8426B7A415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ED4CE1B-4726-41E8-9638-C906AC02CDF2}"/>
              </a:ext>
            </a:extLst>
          </p:cNvPr>
          <p:cNvSpPr>
            <a:spLocks noGrp="1"/>
          </p:cNvSpPr>
          <p:nvPr/>
        </p:nvSpPr>
        <p:spPr>
          <a:xfrm>
            <a:off x="4914900" y="2743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1.25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9ECB6A72-1201-4BCD-AE40-B78552805C0C}"/>
              </a:ext>
            </a:extLst>
          </p:cNvPr>
          <p:cNvSpPr>
            <a:spLocks noGrp="1"/>
          </p:cNvSpPr>
          <p:nvPr/>
        </p:nvSpPr>
        <p:spPr>
          <a:xfrm>
            <a:off x="6572250" y="2705100"/>
            <a:ext cx="4762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FE28C6D-FC07-4BE9-B310-17C34D5E65EF}"/>
              </a:ext>
            </a:extLst>
          </p:cNvPr>
          <p:cNvSpPr>
            <a:spLocks noGrp="1"/>
          </p:cNvSpPr>
          <p:nvPr/>
        </p:nvSpPr>
        <p:spPr>
          <a:xfrm>
            <a:off x="6629400" y="274320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1타당 진행도 증가율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54773947-88E6-4839-9DEC-99453D645DD4}"/>
              </a:ext>
            </a:extLst>
          </p:cNvPr>
          <p:cNvSpPr>
            <a:spLocks noGrp="1"/>
          </p:cNvSpPr>
          <p:nvPr/>
        </p:nvSpPr>
        <p:spPr>
          <a:xfrm>
            <a:off x="190500" y="30670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3D90B24-E79E-4AC2-B237-E794640ECB2D}"/>
              </a:ext>
            </a:extLst>
          </p:cNvPr>
          <p:cNvSpPr>
            <a:spLocks noGrp="1"/>
          </p:cNvSpPr>
          <p:nvPr/>
        </p:nvSpPr>
        <p:spPr>
          <a:xfrm>
            <a:off x="247650" y="31051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break_duration_frame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28EEA1F-2D98-4A9C-B0E9-69F945A8F1E8}"/>
              </a:ext>
            </a:extLst>
          </p:cNvPr>
          <p:cNvSpPr>
            <a:spLocks noGrp="1"/>
          </p:cNvSpPr>
          <p:nvPr/>
        </p:nvSpPr>
        <p:spPr>
          <a:xfrm>
            <a:off x="3143250" y="30670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B6175CD-B8E8-4A4D-946C-CD6186F00C38}"/>
              </a:ext>
            </a:extLst>
          </p:cNvPr>
          <p:cNvSpPr>
            <a:spLocks noGrp="1"/>
          </p:cNvSpPr>
          <p:nvPr/>
        </p:nvSpPr>
        <p:spPr>
          <a:xfrm>
            <a:off x="3200400" y="31051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91EC5954-42DE-4144-BB9C-BD0DEDA0638F}"/>
              </a:ext>
            </a:extLst>
          </p:cNvPr>
          <p:cNvSpPr>
            <a:spLocks noGrp="1"/>
          </p:cNvSpPr>
          <p:nvPr/>
        </p:nvSpPr>
        <p:spPr>
          <a:xfrm>
            <a:off x="4857750" y="30670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B8234CD-DB92-4B96-A708-1F42ED0310E8}"/>
              </a:ext>
            </a:extLst>
          </p:cNvPr>
          <p:cNvSpPr>
            <a:spLocks noGrp="1"/>
          </p:cNvSpPr>
          <p:nvPr/>
        </p:nvSpPr>
        <p:spPr>
          <a:xfrm>
            <a:off x="4914900" y="31051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300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A04B8ED-11EC-4387-BBDE-D4B8EDDF5454}"/>
              </a:ext>
            </a:extLst>
          </p:cNvPr>
          <p:cNvSpPr>
            <a:spLocks noGrp="1"/>
          </p:cNvSpPr>
          <p:nvPr/>
        </p:nvSpPr>
        <p:spPr>
          <a:xfrm>
            <a:off x="6572250" y="3067050"/>
            <a:ext cx="4762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889B40-1AB0-44F5-B132-0422282244EB}"/>
              </a:ext>
            </a:extLst>
          </p:cNvPr>
          <p:cNvSpPr>
            <a:spLocks noGrp="1"/>
          </p:cNvSpPr>
          <p:nvPr/>
        </p:nvSpPr>
        <p:spPr>
          <a:xfrm>
            <a:off x="6629400" y="3105150"/>
            <a:ext cx="4648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지속 프레임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36433EA-54B1-4814-955C-E89282599501}"/>
              </a:ext>
            </a:extLst>
          </p:cNvPr>
          <p:cNvSpPr>
            <a:spLocks noGrp="1"/>
          </p:cNvSpPr>
          <p:nvPr/>
        </p:nvSpPr>
        <p:spPr>
          <a:xfrm>
            <a:off x="190500" y="390525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FBA01DDB-38AA-44C4-BA83-246EE6E9F319}"/>
              </a:ext>
            </a:extLst>
          </p:cNvPr>
          <p:cNvSpPr>
            <a:spLocks noGrp="1"/>
          </p:cNvSpPr>
          <p:nvPr/>
        </p:nvSpPr>
        <p:spPr>
          <a:xfrm>
            <a:off x="247650" y="39433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Table_MineralBreakGroup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B04F320-1697-4930-99DA-07BAB890240E}"/>
              </a:ext>
            </a:extLst>
          </p:cNvPr>
          <p:cNvSpPr>
            <a:spLocks noGrp="1"/>
          </p:cNvSpPr>
          <p:nvPr/>
        </p:nvSpPr>
        <p:spPr>
          <a:xfrm>
            <a:off x="3143250" y="390525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0334DFDA-8474-4937-8871-6D73F4147F06}"/>
              </a:ext>
            </a:extLst>
          </p:cNvPr>
          <p:cNvSpPr>
            <a:spLocks noGrp="1"/>
          </p:cNvSpPr>
          <p:nvPr/>
        </p:nvSpPr>
        <p:spPr>
          <a:xfrm>
            <a:off x="3200400" y="39433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 sz="100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E84C356-0E23-44D2-A24D-6DC12C330BA3}"/>
              </a:ext>
            </a:extLst>
          </p:cNvPr>
          <p:cNvSpPr>
            <a:spLocks noGrp="1"/>
          </p:cNvSpPr>
          <p:nvPr/>
        </p:nvSpPr>
        <p:spPr>
          <a:xfrm>
            <a:off x="4857750" y="390525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68BF63B-109A-45FB-A51B-6CBCAD289EB1}"/>
              </a:ext>
            </a:extLst>
          </p:cNvPr>
          <p:cNvSpPr>
            <a:spLocks noGrp="1"/>
          </p:cNvSpPr>
          <p:nvPr/>
        </p:nvSpPr>
        <p:spPr>
          <a:xfrm>
            <a:off x="4914900" y="39433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 sz="100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8945864A-A45D-4777-8853-2691D12476D2}"/>
              </a:ext>
            </a:extLst>
          </p:cNvPr>
          <p:cNvSpPr>
            <a:spLocks noGrp="1"/>
          </p:cNvSpPr>
          <p:nvPr/>
        </p:nvSpPr>
        <p:spPr>
          <a:xfrm>
            <a:off x="8001000" y="390525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B920A485-A7E6-45E7-B38E-0D6482131B2F}"/>
              </a:ext>
            </a:extLst>
          </p:cNvPr>
          <p:cNvSpPr>
            <a:spLocks noGrp="1"/>
          </p:cNvSpPr>
          <p:nvPr/>
        </p:nvSpPr>
        <p:spPr>
          <a:xfrm>
            <a:off x="8058150" y="39433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endParaRPr sz="100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F0384ED3-4A60-401C-BB2B-EEE1ECE9E711}"/>
              </a:ext>
            </a:extLst>
          </p:cNvPr>
          <p:cNvSpPr>
            <a:spLocks noGrp="1"/>
          </p:cNvSpPr>
          <p:nvPr/>
        </p:nvSpPr>
        <p:spPr>
          <a:xfrm>
            <a:off x="190500" y="4267200"/>
            <a:ext cx="2952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0850D11B-110B-4035-951C-228BFEAF0CE3}"/>
              </a:ext>
            </a:extLst>
          </p:cNvPr>
          <p:cNvSpPr>
            <a:spLocks noGrp="1"/>
          </p:cNvSpPr>
          <p:nvPr/>
        </p:nvSpPr>
        <p:spPr>
          <a:xfrm>
            <a:off x="247650" y="43053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group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0DA1B56F-430B-40FA-939C-E3945D7502B1}"/>
              </a:ext>
            </a:extLst>
          </p:cNvPr>
          <p:cNvSpPr>
            <a:spLocks noGrp="1"/>
          </p:cNvSpPr>
          <p:nvPr/>
        </p:nvSpPr>
        <p:spPr>
          <a:xfrm>
            <a:off x="3143250" y="4267200"/>
            <a:ext cx="171450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1BBC12A-4E54-4465-8B43-778E1FF08EF0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type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C57D1771-57FE-49E9-83AA-AC88550E9E20}"/>
              </a:ext>
            </a:extLst>
          </p:cNvPr>
          <p:cNvSpPr>
            <a:spLocks noGrp="1"/>
          </p:cNvSpPr>
          <p:nvPr/>
        </p:nvSpPr>
        <p:spPr>
          <a:xfrm>
            <a:off x="4857750" y="4267200"/>
            <a:ext cx="31432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4421FF02-DE1F-40BD-96FC-4DCDC666F1D5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description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C67DC4A-A65A-41CB-BE06-23E0FC987A3E}"/>
              </a:ext>
            </a:extLst>
          </p:cNvPr>
          <p:cNvSpPr>
            <a:spLocks noGrp="1"/>
          </p:cNvSpPr>
          <p:nvPr/>
        </p:nvSpPr>
        <p:spPr>
          <a:xfrm>
            <a:off x="8001000" y="4267200"/>
            <a:ext cx="3333750" cy="3619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F8EA10F5-5432-4BF1-B4E8-2373B2F07493}"/>
              </a:ext>
            </a:extLst>
          </p:cNvPr>
          <p:cNvSpPr>
            <a:spLocks noGrp="1"/>
          </p:cNvSpPr>
          <p:nvPr/>
        </p:nvSpPr>
        <p:spPr>
          <a:xfrm>
            <a:off x="8058150" y="43053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effect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8D946CB9-2489-48C7-BCE3-4581E18EB0DA}"/>
              </a:ext>
            </a:extLst>
          </p:cNvPr>
          <p:cNvSpPr>
            <a:spLocks noGrp="1"/>
          </p:cNvSpPr>
          <p:nvPr/>
        </p:nvSpPr>
        <p:spPr>
          <a:xfrm>
            <a:off x="190500" y="4629150"/>
            <a:ext cx="2952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B326CEFC-A59F-4211-9F85-8774EC0AB89C}"/>
              </a:ext>
            </a:extLst>
          </p:cNvPr>
          <p:cNvSpPr>
            <a:spLocks noGrp="1"/>
          </p:cNvSpPr>
          <p:nvPr/>
        </p:nvSpPr>
        <p:spPr>
          <a:xfrm>
            <a:off x="247650" y="466725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Normal</a:t>
            </a: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87D2B26-6E77-4174-B0BE-DCF2ABB39D0C}"/>
              </a:ext>
            </a:extLst>
          </p:cNvPr>
          <p:cNvSpPr>
            <a:spLocks noGrp="1"/>
          </p:cNvSpPr>
          <p:nvPr/>
        </p:nvSpPr>
        <p:spPr>
          <a:xfrm>
            <a:off x="3143250" y="4629150"/>
            <a:ext cx="171450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0087480B-278E-47CE-B08D-10F7D16358F1}"/>
              </a:ext>
            </a:extLst>
          </p:cNvPr>
          <p:cNvSpPr>
            <a:spLocks noGrp="1"/>
          </p:cNvSpPr>
          <p:nvPr/>
        </p:nvSpPr>
        <p:spPr>
          <a:xfrm>
            <a:off x="3200400" y="466725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E54590BD-59C0-49B4-AC3A-B72C4EDFA519}"/>
              </a:ext>
            </a:extLst>
          </p:cNvPr>
          <p:cNvSpPr>
            <a:spLocks noGrp="1"/>
          </p:cNvSpPr>
          <p:nvPr/>
        </p:nvSpPr>
        <p:spPr>
          <a:xfrm>
            <a:off x="4857750" y="4629150"/>
            <a:ext cx="31432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4109420-1E20-4728-9CD1-6970D3B282E0}"/>
              </a:ext>
            </a:extLst>
          </p:cNvPr>
          <p:cNvSpPr>
            <a:spLocks noGrp="1"/>
          </p:cNvSpPr>
          <p:nvPr/>
        </p:nvSpPr>
        <p:spPr>
          <a:xfrm>
            <a:off x="4914900" y="466725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미적용 광물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79573BF5-BB6E-43CA-AF1E-43043F4731AA}"/>
              </a:ext>
            </a:extLst>
          </p:cNvPr>
          <p:cNvSpPr>
            <a:spLocks noGrp="1"/>
          </p:cNvSpPr>
          <p:nvPr/>
        </p:nvSpPr>
        <p:spPr>
          <a:xfrm>
            <a:off x="8001000" y="4629150"/>
            <a:ext cx="3333750" cy="3619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462966C-92DE-48A6-9F29-8C692D6E20F3}"/>
              </a:ext>
            </a:extLst>
          </p:cNvPr>
          <p:cNvSpPr>
            <a:spLocks noGrp="1"/>
          </p:cNvSpPr>
          <p:nvPr/>
        </p:nvSpPr>
        <p:spPr>
          <a:xfrm>
            <a:off x="8058150" y="466725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기존 채굴 처리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F14C4F86-BBA7-491A-BDBF-204A1E6BF76E}"/>
              </a:ext>
            </a:extLst>
          </p:cNvPr>
          <p:cNvSpPr>
            <a:spLocks noGrp="1"/>
          </p:cNvSpPr>
          <p:nvPr/>
        </p:nvSpPr>
        <p:spPr>
          <a:xfrm>
            <a:off x="190500" y="4991100"/>
            <a:ext cx="2952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B6D7F461-F84B-4138-9751-C76A72D51DBF}"/>
              </a:ext>
            </a:extLst>
          </p:cNvPr>
          <p:cNvSpPr>
            <a:spLocks noGrp="1"/>
          </p:cNvSpPr>
          <p:nvPr/>
        </p:nvSpPr>
        <p:spPr>
          <a:xfrm>
            <a:off x="247650" y="5029200"/>
            <a:ext cx="2838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Breakable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58E9E020-A77C-4364-B8AA-45D4A71A2B14}"/>
              </a:ext>
            </a:extLst>
          </p:cNvPr>
          <p:cNvSpPr>
            <a:spLocks noGrp="1"/>
          </p:cNvSpPr>
          <p:nvPr/>
        </p:nvSpPr>
        <p:spPr>
          <a:xfrm>
            <a:off x="3143250" y="4991100"/>
            <a:ext cx="171450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9138AC25-7E87-4F99-8EC4-F9A9795B4792}"/>
              </a:ext>
            </a:extLst>
          </p:cNvPr>
          <p:cNvSpPr>
            <a:spLocks noGrp="1"/>
          </p:cNvSpPr>
          <p:nvPr/>
        </p:nvSpPr>
        <p:spPr>
          <a:xfrm>
            <a:off x="3200400" y="5029200"/>
            <a:ext cx="16002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Int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0F4E2237-5688-48D2-81C3-7B623BF55812}"/>
              </a:ext>
            </a:extLst>
          </p:cNvPr>
          <p:cNvSpPr>
            <a:spLocks noGrp="1"/>
          </p:cNvSpPr>
          <p:nvPr/>
        </p:nvSpPr>
        <p:spPr>
          <a:xfrm>
            <a:off x="4857750" y="4991100"/>
            <a:ext cx="31432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E7E1A891-5CD0-47DA-9591-EC359F2B93A6}"/>
              </a:ext>
            </a:extLst>
          </p:cNvPr>
          <p:cNvSpPr>
            <a:spLocks noGrp="1"/>
          </p:cNvSpPr>
          <p:nvPr/>
        </p:nvSpPr>
        <p:spPr>
          <a:xfrm>
            <a:off x="4914900" y="5029200"/>
            <a:ext cx="3028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장기 체류로 인해 브레이크 규칙을 적용하는 광물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61C49D2F-3ABE-4AC8-8788-B50400998B99}"/>
              </a:ext>
            </a:extLst>
          </p:cNvPr>
          <p:cNvSpPr>
            <a:spLocks noGrp="1"/>
          </p:cNvSpPr>
          <p:nvPr/>
        </p:nvSpPr>
        <p:spPr>
          <a:xfrm>
            <a:off x="8001000" y="4991100"/>
            <a:ext cx="3333750" cy="3619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15DC4DE-A593-45A7-9973-83453E910367}"/>
              </a:ext>
            </a:extLst>
          </p:cNvPr>
          <p:cNvSpPr>
            <a:spLocks noGrp="1"/>
          </p:cNvSpPr>
          <p:nvPr/>
        </p:nvSpPr>
        <p:spPr>
          <a:xfrm>
            <a:off x="8058150" y="5029200"/>
            <a:ext cx="32194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+ 브레이크 외곽선 연출</a:t>
            </a:r>
          </a:p>
        </p:txBody>
      </p:sp>
    </p:spTree>
    <p:extLst>
      <p:ext uri="{BB962C8B-B14F-4D97-AF65-F5344CB8AC3E}">
        <p14:creationId xmlns:p14="http://schemas.microsoft.com/office/powerpoint/2010/main" val="567265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Number Placeholder 5">
            <a:extLst>
              <a:ext uri="{FF2B5EF4-FFF2-40B4-BE49-F238E27FC236}">
                <a16:creationId xmlns:a16="http://schemas.microsoft.com/office/drawing/2014/main" id="{0C2FDC39-5A87-49BE-B604-ECDB383621D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pPr algn="l"/>
            <a:endParaRPr sz="10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64C02695-52BF-4B5E-9029-51401DB161B7}"/>
              </a:ext>
            </a:extLst>
          </p:cNvPr>
          <p:cNvSpPr>
            <a:spLocks noGrp="1"/>
          </p:cNvSpPr>
          <p:nvPr/>
        </p:nvSpPr>
        <p:spPr>
          <a:xfrm>
            <a:off x="95250" y="114300"/>
            <a:ext cx="85725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 algn="l">
              <a:defRPr sz="2250" b="1">
                <a:solidFill>
                  <a:srgbClr val="1E2D4A"/>
                </a:solidFill>
              </a:defRPr>
            </a:pPr>
            <a:r>
              <a:rPr sz="2250" b="1" dirty="0">
                <a:solidFill>
                  <a:srgbClr val="1E2D4A"/>
                </a:solidFill>
              </a:rPr>
              <a:t>12. </a:t>
            </a:r>
            <a:r>
              <a:rPr sz="2250" b="1" dirty="0" err="1">
                <a:solidFill>
                  <a:srgbClr val="1E2D4A"/>
                </a:solidFill>
              </a:rPr>
              <a:t>예외</a:t>
            </a:r>
            <a:r>
              <a:rPr sz="2250" b="1" dirty="0">
                <a:solidFill>
                  <a:srgbClr val="1E2D4A"/>
                </a:solidFill>
              </a:rPr>
              <a:t> </a:t>
            </a:r>
            <a:r>
              <a:rPr sz="2250" b="1" dirty="0" err="1">
                <a:solidFill>
                  <a:srgbClr val="1E2D4A"/>
                </a:solidFill>
              </a:rPr>
              <a:t>처리</a:t>
            </a:r>
            <a:endParaRPr sz="2250" b="1" dirty="0">
              <a:solidFill>
                <a:srgbClr val="1E2D4A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3401ED6-AB40-4621-80E0-527BC156F55D}"/>
              </a:ext>
            </a:extLst>
          </p:cNvPr>
          <p:cNvSpPr>
            <a:spLocks noGrp="1"/>
          </p:cNvSpPr>
          <p:nvPr/>
        </p:nvSpPr>
        <p:spPr>
          <a:xfrm>
            <a:off x="0" y="590550"/>
            <a:ext cx="12192000" cy="19050"/>
          </a:xfrm>
          <a:prstGeom prst="rect">
            <a:avLst/>
          </a:prstGeom>
          <a:solidFill>
            <a:srgbClr val="9EA5AE"/>
          </a:solidFill>
          <a:ln w="0">
            <a:solidFill>
              <a:srgbClr val="000000">
                <a:alpha val="0"/>
              </a:srgbClr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8B2DB12-A6B0-4C74-93EF-6F338FD885D4}"/>
              </a:ext>
            </a:extLst>
          </p:cNvPr>
          <p:cNvSpPr>
            <a:spLocks noGrp="1"/>
          </p:cNvSpPr>
          <p:nvPr/>
        </p:nvSpPr>
        <p:spPr>
          <a:xfrm>
            <a:off x="190500" y="914400"/>
            <a:ext cx="20002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5E61DBA-B5BC-44F0-AC98-0B02D51A9840}"/>
              </a:ext>
            </a:extLst>
          </p:cNvPr>
          <p:cNvSpPr>
            <a:spLocks noGrp="1"/>
          </p:cNvSpPr>
          <p:nvPr/>
        </p:nvSpPr>
        <p:spPr>
          <a:xfrm>
            <a:off x="247650" y="9525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항목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2E9CCF-8E9A-4064-A576-940FD5D023BD}"/>
              </a:ext>
            </a:extLst>
          </p:cNvPr>
          <p:cNvSpPr>
            <a:spLocks noGrp="1"/>
          </p:cNvSpPr>
          <p:nvPr/>
        </p:nvSpPr>
        <p:spPr>
          <a:xfrm>
            <a:off x="2190750" y="914400"/>
            <a:ext cx="409575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5EDEF72-CA10-4194-B44F-C75DF2277320}"/>
              </a:ext>
            </a:extLst>
          </p:cNvPr>
          <p:cNvSpPr>
            <a:spLocks noGrp="1"/>
          </p:cNvSpPr>
          <p:nvPr/>
        </p:nvSpPr>
        <p:spPr>
          <a:xfrm>
            <a:off x="2247900" y="9525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상황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819F85-1910-4A4C-A0A2-E9E6F8406D23}"/>
              </a:ext>
            </a:extLst>
          </p:cNvPr>
          <p:cNvSpPr>
            <a:spLocks noGrp="1"/>
          </p:cNvSpPr>
          <p:nvPr/>
        </p:nvSpPr>
        <p:spPr>
          <a:xfrm>
            <a:off x="6286500" y="914400"/>
            <a:ext cx="5143500" cy="552450"/>
          </a:xfrm>
          <a:prstGeom prst="rect">
            <a:avLst/>
          </a:prstGeom>
          <a:solidFill>
            <a:srgbClr val="D9EAD3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493A7-77D5-48D6-A9E7-63FE71DC0B26}"/>
              </a:ext>
            </a:extLst>
          </p:cNvPr>
          <p:cNvSpPr>
            <a:spLocks noGrp="1"/>
          </p:cNvSpPr>
          <p:nvPr/>
        </p:nvSpPr>
        <p:spPr>
          <a:xfrm>
            <a:off x="6343650" y="9525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1050" b="1">
                <a:solidFill>
                  <a:srgbClr val="202020"/>
                </a:solidFill>
              </a:defRPr>
            </a:pPr>
            <a:r>
              <a:rPr sz="1000" b="1">
                <a:solidFill>
                  <a:srgbClr val="202020"/>
                </a:solidFill>
              </a:rPr>
              <a:t>처리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792ACC8-EDF5-4A33-B51C-33BCEF0E87A8}"/>
              </a:ext>
            </a:extLst>
          </p:cNvPr>
          <p:cNvSpPr>
            <a:spLocks noGrp="1"/>
          </p:cNvSpPr>
          <p:nvPr/>
        </p:nvSpPr>
        <p:spPr>
          <a:xfrm>
            <a:off x="190500" y="14668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2B7C21B-DB6C-4D86-AA5E-15E8E94F71C9}"/>
              </a:ext>
            </a:extLst>
          </p:cNvPr>
          <p:cNvSpPr>
            <a:spLocks noGrp="1"/>
          </p:cNvSpPr>
          <p:nvPr/>
        </p:nvSpPr>
        <p:spPr>
          <a:xfrm>
            <a:off x="247650" y="15049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접근 불가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726625E-8428-48FC-AB93-AA806454455B}"/>
              </a:ext>
            </a:extLst>
          </p:cNvPr>
          <p:cNvSpPr>
            <a:spLocks noGrp="1"/>
          </p:cNvSpPr>
          <p:nvPr/>
        </p:nvSpPr>
        <p:spPr>
          <a:xfrm>
            <a:off x="2190750" y="14668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C7965BC-8286-4137-A524-500ADC489ECB}"/>
              </a:ext>
            </a:extLst>
          </p:cNvPr>
          <p:cNvSpPr>
            <a:spLocks noGrp="1"/>
          </p:cNvSpPr>
          <p:nvPr/>
        </p:nvSpPr>
        <p:spPr>
          <a:xfrm>
            <a:off x="2247900" y="15049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약점이 광물 안쪽 또는 캐릭터가 닿지 않는 위치에 생성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3FE41A-262D-47F2-915C-B235A7A3F16F}"/>
              </a:ext>
            </a:extLst>
          </p:cNvPr>
          <p:cNvSpPr>
            <a:spLocks noGrp="1"/>
          </p:cNvSpPr>
          <p:nvPr/>
        </p:nvSpPr>
        <p:spPr>
          <a:xfrm>
            <a:off x="6286500" y="14668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6CE3EB-9521-4DBD-88A6-5216B0E7CB53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외곽선 근처로 보정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4AFFDC-C392-42B9-91A2-F45E36BE879B}"/>
              </a:ext>
            </a:extLst>
          </p:cNvPr>
          <p:cNvSpPr>
            <a:spLocks noGrp="1"/>
          </p:cNvSpPr>
          <p:nvPr/>
        </p:nvSpPr>
        <p:spPr>
          <a:xfrm>
            <a:off x="190500" y="20193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4130DC2-E812-4AB3-B523-619A4BAB8876}"/>
              </a:ext>
            </a:extLst>
          </p:cNvPr>
          <p:cNvSpPr>
            <a:spLocks noGrp="1"/>
          </p:cNvSpPr>
          <p:nvPr/>
        </p:nvSpPr>
        <p:spPr>
          <a:xfrm>
            <a:off x="247650" y="20574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과다 이동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88B828E-A2E7-4936-BB2B-D5489E3BEABB}"/>
              </a:ext>
            </a:extLst>
          </p:cNvPr>
          <p:cNvSpPr>
            <a:spLocks noGrp="1"/>
          </p:cNvSpPr>
          <p:nvPr/>
        </p:nvSpPr>
        <p:spPr>
          <a:xfrm>
            <a:off x="2190750" y="20193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C1A44C7-88ED-4D57-91D8-C3A5AE8E9F68}"/>
              </a:ext>
            </a:extLst>
          </p:cNvPr>
          <p:cNvSpPr>
            <a:spLocks noGrp="1"/>
          </p:cNvSpPr>
          <p:nvPr/>
        </p:nvSpPr>
        <p:spPr>
          <a:xfrm>
            <a:off x="2247900" y="20574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약점 위치가 너무 자주 바뀌어 피로함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9C5CD4E-B428-4D55-BEE0-CE6538784BC5}"/>
              </a:ext>
            </a:extLst>
          </p:cNvPr>
          <p:cNvSpPr>
            <a:spLocks noGrp="1"/>
          </p:cNvSpPr>
          <p:nvPr/>
        </p:nvSpPr>
        <p:spPr>
          <a:xfrm>
            <a:off x="6286500" y="20193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906246B-037A-4945-998A-73B565D63646}"/>
              </a:ext>
            </a:extLst>
          </p:cNvPr>
          <p:cNvSpPr>
            <a:spLocks noGrp="1"/>
          </p:cNvSpPr>
          <p:nvPr/>
        </p:nvSpPr>
        <p:spPr>
          <a:xfrm>
            <a:off x="6343650" y="20574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6.5초 이동 주기 유지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5E05C1E-C66F-4B0E-A847-001E4297C11A}"/>
              </a:ext>
            </a:extLst>
          </p:cNvPr>
          <p:cNvSpPr>
            <a:spLocks noGrp="1"/>
          </p:cNvSpPr>
          <p:nvPr/>
        </p:nvSpPr>
        <p:spPr>
          <a:xfrm>
            <a:off x="190500" y="25717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A3771DC-6A9C-419B-B762-65EC3C54AA40}"/>
              </a:ext>
            </a:extLst>
          </p:cNvPr>
          <p:cNvSpPr>
            <a:spLocks noGrp="1"/>
          </p:cNvSpPr>
          <p:nvPr/>
        </p:nvSpPr>
        <p:spPr>
          <a:xfrm>
            <a:off x="247650" y="26098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노출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09F4831-B59E-4C51-98F9-366168E874CC}"/>
              </a:ext>
            </a:extLst>
          </p:cNvPr>
          <p:cNvSpPr>
            <a:spLocks noGrp="1"/>
          </p:cNvSpPr>
          <p:nvPr/>
        </p:nvSpPr>
        <p:spPr>
          <a:xfrm>
            <a:off x="2190750" y="25717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C98A560-6D77-421E-9DDB-404CA0D29A52}"/>
              </a:ext>
            </a:extLst>
          </p:cNvPr>
          <p:cNvSpPr>
            <a:spLocks noGrp="1"/>
          </p:cNvSpPr>
          <p:nvPr/>
        </p:nvSpPr>
        <p:spPr>
          <a:xfrm>
            <a:off x="2247900" y="26098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중에도 약점이 보임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118F27-544E-4C78-8693-25938795018D}"/>
              </a:ext>
            </a:extLst>
          </p:cNvPr>
          <p:cNvSpPr>
            <a:spLocks noGrp="1"/>
          </p:cNvSpPr>
          <p:nvPr/>
        </p:nvSpPr>
        <p:spPr>
          <a:xfrm>
            <a:off x="6286500" y="25717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F9856D4-89EA-4AF9-B2F5-A818C0EFCBA7}"/>
              </a:ext>
            </a:extLst>
          </p:cNvPr>
          <p:cNvSpPr>
            <a:spLocks noGrp="1"/>
          </p:cNvSpPr>
          <p:nvPr/>
        </p:nvSpPr>
        <p:spPr>
          <a:xfrm>
            <a:off x="6343650" y="26098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브레이크 중 약점 숨김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0CA9484-1CFD-4F73-8E75-0AC3FC566E51}"/>
              </a:ext>
            </a:extLst>
          </p:cNvPr>
          <p:cNvSpPr>
            <a:spLocks noGrp="1"/>
          </p:cNvSpPr>
          <p:nvPr/>
        </p:nvSpPr>
        <p:spPr>
          <a:xfrm>
            <a:off x="190500" y="31242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A89A1F3-3FEF-400D-9FC8-48D42B769D35}"/>
              </a:ext>
            </a:extLst>
          </p:cNvPr>
          <p:cNvSpPr>
            <a:spLocks noGrp="1"/>
          </p:cNvSpPr>
          <p:nvPr/>
        </p:nvSpPr>
        <p:spPr>
          <a:xfrm>
            <a:off x="247650" y="31623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비대상 광물 연출 발생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36820D-4450-4FC9-961F-24A515B0AB21}"/>
              </a:ext>
            </a:extLst>
          </p:cNvPr>
          <p:cNvSpPr>
            <a:spLocks noGrp="1"/>
          </p:cNvSpPr>
          <p:nvPr/>
        </p:nvSpPr>
        <p:spPr>
          <a:xfrm>
            <a:off x="2190750" y="31242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569A4DBD-47A4-484D-89DE-11D5960F6B16}"/>
              </a:ext>
            </a:extLst>
          </p:cNvPr>
          <p:cNvSpPr>
            <a:spLocks noGrp="1"/>
          </p:cNvSpPr>
          <p:nvPr/>
        </p:nvSpPr>
        <p:spPr>
          <a:xfrm>
            <a:off x="2247900" y="31623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일반 광물에 약점/브레이크 연출이 표시됨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484EB34-BFF0-42CE-9B7E-AA13386CA3E9}"/>
              </a:ext>
            </a:extLst>
          </p:cNvPr>
          <p:cNvSpPr>
            <a:spLocks noGrp="1"/>
          </p:cNvSpPr>
          <p:nvPr/>
        </p:nvSpPr>
        <p:spPr>
          <a:xfrm>
            <a:off x="6286500" y="31242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A8E778A-500C-4C45-BA0F-2B46EAB7E0BE}"/>
              </a:ext>
            </a:extLst>
          </p:cNvPr>
          <p:cNvSpPr>
            <a:spLocks noGrp="1"/>
          </p:cNvSpPr>
          <p:nvPr/>
        </p:nvSpPr>
        <p:spPr>
          <a:xfrm>
            <a:off x="6343650" y="31623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BreakGroup 데이터 확인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4192B74-E5F1-47BB-A633-2298BBF979ED}"/>
              </a:ext>
            </a:extLst>
          </p:cNvPr>
          <p:cNvSpPr>
            <a:spLocks noGrp="1"/>
          </p:cNvSpPr>
          <p:nvPr/>
        </p:nvSpPr>
        <p:spPr>
          <a:xfrm>
            <a:off x="190500" y="3676650"/>
            <a:ext cx="20002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5C80833-226B-492F-87E6-6BA6A248447A}"/>
              </a:ext>
            </a:extLst>
          </p:cNvPr>
          <p:cNvSpPr>
            <a:spLocks noGrp="1"/>
          </p:cNvSpPr>
          <p:nvPr/>
        </p:nvSpPr>
        <p:spPr>
          <a:xfrm>
            <a:off x="247650" y="371475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광물 겹침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CAA776F-6365-4F16-96DD-C7BACEDC8805}"/>
              </a:ext>
            </a:extLst>
          </p:cNvPr>
          <p:cNvSpPr>
            <a:spLocks noGrp="1"/>
          </p:cNvSpPr>
          <p:nvPr/>
        </p:nvSpPr>
        <p:spPr>
          <a:xfrm>
            <a:off x="2190750" y="3676650"/>
            <a:ext cx="409575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4E178FE-DC72-4FA0-81D0-8F49DBA7FE26}"/>
              </a:ext>
            </a:extLst>
          </p:cNvPr>
          <p:cNvSpPr>
            <a:spLocks noGrp="1"/>
          </p:cNvSpPr>
          <p:nvPr/>
        </p:nvSpPr>
        <p:spPr>
          <a:xfrm>
            <a:off x="2247900" y="371475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스폰 시 광물이 서로 겹침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DC5F22-7E01-47D8-A4E8-25227BC3702F}"/>
              </a:ext>
            </a:extLst>
          </p:cNvPr>
          <p:cNvSpPr>
            <a:spLocks noGrp="1"/>
          </p:cNvSpPr>
          <p:nvPr/>
        </p:nvSpPr>
        <p:spPr>
          <a:xfrm>
            <a:off x="6286500" y="3676650"/>
            <a:ext cx="5143500" cy="552450"/>
          </a:xfrm>
          <a:prstGeom prst="rect">
            <a:avLst/>
          </a:prstGeom>
          <a:solidFill>
            <a:srgbClr val="FFFFFF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FA12587-6236-4C1A-896D-8F8F86BD4485}"/>
              </a:ext>
            </a:extLst>
          </p:cNvPr>
          <p:cNvSpPr>
            <a:spLocks noGrp="1"/>
          </p:cNvSpPr>
          <p:nvPr/>
        </p:nvSpPr>
        <p:spPr>
          <a:xfrm>
            <a:off x="6343650" y="371475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스폰 후 배치 보정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507AD5F-9DC5-49C5-98AA-6C2D3977B2DF}"/>
              </a:ext>
            </a:extLst>
          </p:cNvPr>
          <p:cNvSpPr>
            <a:spLocks noGrp="1"/>
          </p:cNvSpPr>
          <p:nvPr/>
        </p:nvSpPr>
        <p:spPr>
          <a:xfrm>
            <a:off x="190500" y="4229100"/>
            <a:ext cx="20002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E49DAE4-7005-41C5-ACE5-6E2675CC83A8}"/>
              </a:ext>
            </a:extLst>
          </p:cNvPr>
          <p:cNvSpPr>
            <a:spLocks noGrp="1"/>
          </p:cNvSpPr>
          <p:nvPr/>
        </p:nvSpPr>
        <p:spPr>
          <a:xfrm>
            <a:off x="247650" y="4267200"/>
            <a:ext cx="18859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연출 과다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3A776031-4411-4D7C-ADDC-573344818190}"/>
              </a:ext>
            </a:extLst>
          </p:cNvPr>
          <p:cNvSpPr>
            <a:spLocks noGrp="1"/>
          </p:cNvSpPr>
          <p:nvPr/>
        </p:nvSpPr>
        <p:spPr>
          <a:xfrm>
            <a:off x="2190750" y="4229100"/>
            <a:ext cx="409575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9E01AE70-C71F-497D-83D2-ED73765A29BB}"/>
              </a:ext>
            </a:extLst>
          </p:cNvPr>
          <p:cNvSpPr>
            <a:spLocks noGrp="1"/>
          </p:cNvSpPr>
          <p:nvPr/>
        </p:nvSpPr>
        <p:spPr>
          <a:xfrm>
            <a:off x="2247900" y="4267200"/>
            <a:ext cx="39814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스케일/외곽선이 과하게 흔들림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DFC5F61-6335-4793-BDDB-A787F3C7AA10}"/>
              </a:ext>
            </a:extLst>
          </p:cNvPr>
          <p:cNvSpPr>
            <a:spLocks noGrp="1"/>
          </p:cNvSpPr>
          <p:nvPr/>
        </p:nvSpPr>
        <p:spPr>
          <a:xfrm>
            <a:off x="6286500" y="4229100"/>
            <a:ext cx="5143500" cy="552450"/>
          </a:xfrm>
          <a:prstGeom prst="rect">
            <a:avLst/>
          </a:prstGeom>
          <a:solidFill>
            <a:srgbClr val="F2F2F2"/>
          </a:solidFill>
          <a:ln w="7620">
            <a:solidFill>
              <a:srgbClr val="444444"/>
            </a:solidFill>
          </a:ln>
        </p:spPr>
        <p:txBody>
          <a:bodyPr/>
          <a:lstStyle/>
          <a:p>
            <a:endParaRPr lang="ko-KR" altLang="en-US" sz="100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D28F7BA-A8AC-44A2-A043-1DF623A30A4C}"/>
              </a:ext>
            </a:extLst>
          </p:cNvPr>
          <p:cNvSpPr>
            <a:spLocks noGrp="1"/>
          </p:cNvSpPr>
          <p:nvPr/>
        </p:nvSpPr>
        <p:spPr>
          <a:xfrm>
            <a:off x="6343650" y="4267200"/>
            <a:ext cx="5029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</a:ln>
        </p:spPr>
        <p:txBody>
          <a:bodyPr lIns="19050" tIns="9525" rIns="19050" bIns="9525" anchor="ctr">
            <a:normAutofit/>
          </a:bodyPr>
          <a:lstStyle/>
          <a:p>
            <a:pPr>
              <a:defRPr sz="975" b="0">
                <a:solidFill>
                  <a:srgbClr val="202020"/>
                </a:solidFill>
              </a:defRPr>
            </a:pPr>
            <a:r>
              <a:rPr sz="1000" b="0">
                <a:solidFill>
                  <a:srgbClr val="202020"/>
                </a:solidFill>
              </a:rPr>
              <a:t>피격 스케일과 브레이크 라인 스케일 분리</a:t>
            </a:r>
          </a:p>
        </p:txBody>
      </p:sp>
    </p:spTree>
    <p:extLst>
      <p:ext uri="{BB962C8B-B14F-4D97-AF65-F5344CB8AC3E}">
        <p14:creationId xmlns:p14="http://schemas.microsoft.com/office/powerpoint/2010/main" val="39668143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1019</Words>
  <Application>Microsoft Office PowerPoint</Application>
  <DocSecurity>0</DocSecurity>
  <PresentationFormat>와이드스크린</PresentationFormat>
  <Paragraphs>230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대승 고</cp:lastModifiedBy>
  <cp:revision>1</cp:revision>
  <dcterms:created xsi:type="dcterms:W3CDTF">2026-04-24T04:32:01Z</dcterms:created>
  <dcterms:modified xsi:type="dcterms:W3CDTF">2026-04-24T09:25:26Z</dcterms:modified>
</cp:coreProperties>
</file>