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e63ef782184b75" /><Relationship Type="http://schemas.openxmlformats.org/officeDocument/2006/relationships/extended-properties" Target="/docProps/app.xml" Id="Rdb6aa1dc10364ace" /><Relationship Type="http://schemas.openxmlformats.org/officeDocument/2006/relationships/officeDocument" Target="/ppt/presentation.xml" Id="R4e634cf7387e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49d1c6c5b1400f"/>
  </p:sldMasterIdLst>
  <p:notesMasterIdLst>
    <p:notesMasterId xmlns:r="http://schemas.openxmlformats.org/officeDocument/2006/relationships" r:id="R52e4fa70e44c4e55"/>
  </p:notesMasterIdLst>
  <p:sldIdLst>
    <p:sldId xmlns:r="http://schemas.openxmlformats.org/officeDocument/2006/relationships" id="256" r:id="R29d1feff172643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9d1c6c5b1400f" /><Relationship Type="http://schemas.openxmlformats.org/officeDocument/2006/relationships/theme" Target="/ppt/theme/theme1.xml" Id="R78beea1b27da42ee" /><Relationship Type="http://schemas.openxmlformats.org/officeDocument/2006/relationships/notesMaster" Target="/ppt/notesMasters/notesMaster1.xml" Id="R52e4fa70e44c4e55" /><Relationship Type="http://schemas.openxmlformats.org/officeDocument/2006/relationships/presProps" Target="/ppt/presProps.xml" Id="R212786ada44040cb" /><Relationship Type="http://schemas.openxmlformats.org/officeDocument/2006/relationships/viewProps" Target="/ppt/viewProps.xml" Id="Rc8da29dc8ae44602" /><Relationship Type="http://schemas.openxmlformats.org/officeDocument/2006/relationships/tableStyles" Target="/ppt/tableStyles.xml" Id="Ra3caca76cc3141f8" /><Relationship Type="http://schemas.openxmlformats.org/officeDocument/2006/relationships/slide" Target="/ppt/slides/slide1.xml" Id="R29d1feff172643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963721bb5eb40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80eedaead14f68" /><Relationship Type="http://schemas.openxmlformats.org/officeDocument/2006/relationships/notesMaster" Target="/ppt/notesMasters/notesMaster1.xml" Id="R4b218178f79645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7a2f0d15d47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F5841A1F-0028-4B84-B9A3-DA8D1DD0457A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D07CB357-4AC5-4D19-B12A-3769F91A254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5FE0D1-F144-4D20-8055-CD01EC217C2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33B331-2325-40E8-8028-832BFACD494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1F2CC5-8A9F-440D-80FA-50C099723ED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388e086d31413c" /><Relationship Type="http://schemas.openxmlformats.org/officeDocument/2006/relationships/slideLayout" Target="/ppt/slideLayouts/slideLayout2.xml" Id="R5efcd7fbd46d4d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1CC0AD-80CE-463F-B9BA-19A92A868EB8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fcd7fbd46d4d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b1e25cf244919" /><Relationship Type="http://schemas.openxmlformats.org/officeDocument/2006/relationships/notesSlide" Target="/ppt/notesSlides/notesSlide1.xml" Id="Raa90e9c11f08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1F2CC5-8A9F-440D-80FA-50C099723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9694A2-24B3-4E9E-9C5E-454D376B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1B2540"/>
          </a:solidFill>
          <a:ln xmlns:a="http://schemas.openxmlformats.org/drawingml/2006/main" w="19050">
            <a:solidFill>
              <a:srgbClr val="5F7B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F5391-2D1A-47FA-AFC8-25E501D2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850">
                <a:solidFill>
                  <a:srgbClr val="FFFFFF"/>
                </a:solidFill>
              </a:rPr>
              <a:t>Spin Miner Portfolio Draft</a:t>
            </a:r>
          </a:p>
        </p:txBody>
      </p:sp>
    </p:spTree>
    <p:extLst>
      <p:ext uri="{BB962C8B-B14F-4D97-AF65-F5344CB8AC3E}">
        <p14:creationId xmlns:p14="http://schemas.microsoft.com/office/powerpoint/2010/main" val="1226604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2026-04-23T11:21:31.2190000Z</dcterms:created>
  <dcterms:modified xsi:type="dcterms:W3CDTF">2026-04-23T11:21:31.2200000Z</dcterms:modified>
</coreProperties>
</file>