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55420-C4DD-4624-9BF4-BE92164621F4}" v="21" dt="2026-04-25T09:11:31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7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undo redo custSel modSld">
      <pc:chgData name="대승 고" userId="8296c006db2f14ee" providerId="LiveId" clId="{F997F1B9-429E-4192-954F-F4CED232CDE9}" dt="2026-04-25T09:13:26.349" v="1038" actId="2711"/>
      <pc:docMkLst>
        <pc:docMk/>
      </pc:docMkLst>
      <pc:sldChg chg="addSp delSp modSp mod">
        <pc:chgData name="대승 고" userId="8296c006db2f14ee" providerId="LiveId" clId="{F997F1B9-429E-4192-954F-F4CED232CDE9}" dt="2026-04-25T09:13:26.349" v="1038" actId="2711"/>
        <pc:sldMkLst>
          <pc:docMk/>
          <pc:sldMk cId="1527219558" sldId="256"/>
        </pc:sldMkLst>
        <pc:spChg chg="add del mod">
          <ac:chgData name="대승 고" userId="8296c006db2f14ee" providerId="LiveId" clId="{F997F1B9-429E-4192-954F-F4CED232CDE9}" dt="2026-04-25T09:13:08.755" v="1021" actId="478"/>
          <ac:spMkLst>
            <pc:docMk/>
            <pc:sldMk cId="1527219558" sldId="256"/>
            <ac:spMk id="3" creationId="{BF5DDD4B-66B3-50D5-E4C3-4BB0EEC169CA}"/>
          </ac:spMkLst>
        </pc:spChg>
        <pc:spChg chg="add mod">
          <ac:chgData name="대승 고" userId="8296c006db2f14ee" providerId="LiveId" clId="{F997F1B9-429E-4192-954F-F4CED232CDE9}" dt="2026-04-25T09:13:26.349" v="1038" actId="2711"/>
          <ac:spMkLst>
            <pc:docMk/>
            <pc:sldMk cId="1527219558" sldId="256"/>
            <ac:spMk id="5" creationId="{78520D4A-146E-F228-D755-168216D11B88}"/>
          </ac:spMkLst>
        </pc:spChg>
      </pc:sldChg>
      <pc:sldChg chg="modSp mod">
        <pc:chgData name="대승 고" userId="8296c006db2f14ee" providerId="LiveId" clId="{F997F1B9-429E-4192-954F-F4CED232CDE9}" dt="2026-04-25T07:34:28.059" v="34" actId="6549"/>
        <pc:sldMkLst>
          <pc:docMk/>
          <pc:sldMk cId="525846558" sldId="257"/>
        </pc:sldMkLst>
        <pc:spChg chg="mod">
          <ac:chgData name="대승 고" userId="8296c006db2f14ee" providerId="LiveId" clId="{F997F1B9-429E-4192-954F-F4CED232CDE9}" dt="2026-04-24T12:42:20.035" v="10" actId="20577"/>
          <ac:spMkLst>
            <pc:docMk/>
            <pc:sldMk cId="525846558" sldId="257"/>
            <ac:spMk id="5" creationId="{B73C6442-A4D7-404B-8A6D-86DE3A4059E9}"/>
          </ac:spMkLst>
        </pc:spChg>
        <pc:spChg chg="mod">
          <ac:chgData name="대승 고" userId="8296c006db2f14ee" providerId="LiveId" clId="{F997F1B9-429E-4192-954F-F4CED232CDE9}" dt="2026-04-25T07:34:16.865" v="33" actId="20577"/>
          <ac:spMkLst>
            <pc:docMk/>
            <pc:sldMk cId="525846558" sldId="257"/>
            <ac:spMk id="9" creationId="{E5625521-CB52-47C4-9F7D-79775DAF0EA2}"/>
          </ac:spMkLst>
        </pc:spChg>
        <pc:spChg chg="mod">
          <ac:chgData name="대승 고" userId="8296c006db2f14ee" providerId="LiveId" clId="{F997F1B9-429E-4192-954F-F4CED232CDE9}" dt="2026-04-25T07:34:28.059" v="34" actId="6549"/>
          <ac:spMkLst>
            <pc:docMk/>
            <pc:sldMk cId="525846558" sldId="257"/>
            <ac:spMk id="11" creationId="{E07BF92A-33D6-4CAF-BB8B-6F8D5FBDA62C}"/>
          </ac:spMkLst>
        </pc:spChg>
      </pc:sldChg>
      <pc:sldChg chg="modSp mod">
        <pc:chgData name="대승 고" userId="8296c006db2f14ee" providerId="LiveId" clId="{F997F1B9-429E-4192-954F-F4CED232CDE9}" dt="2026-04-25T09:05:26.003" v="719" actId="6549"/>
        <pc:sldMkLst>
          <pc:docMk/>
          <pc:sldMk cId="393132454" sldId="258"/>
        </pc:sldMkLst>
        <pc:spChg chg="mod">
          <ac:chgData name="대승 고" userId="8296c006db2f14ee" providerId="LiveId" clId="{F997F1B9-429E-4192-954F-F4CED232CDE9}" dt="2026-04-25T09:02:36.725" v="498" actId="6549"/>
          <ac:spMkLst>
            <pc:docMk/>
            <pc:sldMk cId="393132454" sldId="258"/>
            <ac:spMk id="13" creationId="{3A0E9971-3A7C-469A-BDAE-49E1E3D83285}"/>
          </ac:spMkLst>
        </pc:spChg>
        <pc:spChg chg="mod">
          <ac:chgData name="대승 고" userId="8296c006db2f14ee" providerId="LiveId" clId="{F997F1B9-429E-4192-954F-F4CED232CDE9}" dt="2026-04-25T09:05:26.003" v="719" actId="6549"/>
          <ac:spMkLst>
            <pc:docMk/>
            <pc:sldMk cId="393132454" sldId="258"/>
            <ac:spMk id="31" creationId="{E6E7A74C-60AA-4FB8-B7FF-9174571FA0A8}"/>
          </ac:spMkLst>
        </pc:spChg>
      </pc:sldChg>
      <pc:sldChg chg="modSp mod">
        <pc:chgData name="대승 고" userId="8296c006db2f14ee" providerId="LiveId" clId="{F997F1B9-429E-4192-954F-F4CED232CDE9}" dt="2026-04-25T09:06:25.412" v="749" actId="20577"/>
        <pc:sldMkLst>
          <pc:docMk/>
          <pc:sldMk cId="1914450675" sldId="259"/>
        </pc:sldMkLst>
        <pc:spChg chg="mod">
          <ac:chgData name="대승 고" userId="8296c006db2f14ee" providerId="LiveId" clId="{F997F1B9-429E-4192-954F-F4CED232CDE9}" dt="2026-04-25T09:06:16.831" v="737" actId="20577"/>
          <ac:spMkLst>
            <pc:docMk/>
            <pc:sldMk cId="1914450675" sldId="259"/>
            <ac:spMk id="14" creationId="{692A61A8-9B77-40B2-AA73-450013E11FAF}"/>
          </ac:spMkLst>
        </pc:spChg>
        <pc:spChg chg="mod">
          <ac:chgData name="대승 고" userId="8296c006db2f14ee" providerId="LiveId" clId="{F997F1B9-429E-4192-954F-F4CED232CDE9}" dt="2026-04-25T09:06:25.412" v="749" actId="20577"/>
          <ac:spMkLst>
            <pc:docMk/>
            <pc:sldMk cId="1914450675" sldId="259"/>
            <ac:spMk id="20" creationId="{5F3757F1-32DB-445B-91D8-5A5F3D805647}"/>
          </ac:spMkLst>
        </pc:spChg>
        <pc:spChg chg="mod">
          <ac:chgData name="대승 고" userId="8296c006db2f14ee" providerId="LiveId" clId="{F997F1B9-429E-4192-954F-F4CED232CDE9}" dt="2026-04-25T07:36:57.359" v="93" actId="20577"/>
          <ac:spMkLst>
            <pc:docMk/>
            <pc:sldMk cId="1914450675" sldId="259"/>
            <ac:spMk id="31" creationId="{BEC6EED5-D6CE-4C0B-B428-A70C85600A60}"/>
          </ac:spMkLst>
        </pc:spChg>
      </pc:sldChg>
      <pc:sldChg chg="modSp mod">
        <pc:chgData name="대승 고" userId="8296c006db2f14ee" providerId="LiveId" clId="{F997F1B9-429E-4192-954F-F4CED232CDE9}" dt="2026-04-25T07:37:43.502" v="155" actId="20577"/>
        <pc:sldMkLst>
          <pc:docMk/>
          <pc:sldMk cId="519721974" sldId="260"/>
        </pc:sldMkLst>
        <pc:spChg chg="mod">
          <ac:chgData name="대승 고" userId="8296c006db2f14ee" providerId="LiveId" clId="{F997F1B9-429E-4192-954F-F4CED232CDE9}" dt="2026-04-25T07:37:20.538" v="115" actId="20577"/>
          <ac:spMkLst>
            <pc:docMk/>
            <pc:sldMk cId="519721974" sldId="260"/>
            <ac:spMk id="11" creationId="{8E3811FD-FE05-4E8C-92AF-56CEF26F4AF1}"/>
          </ac:spMkLst>
        </pc:spChg>
        <pc:spChg chg="mod">
          <ac:chgData name="대승 고" userId="8296c006db2f14ee" providerId="LiveId" clId="{F997F1B9-429E-4192-954F-F4CED232CDE9}" dt="2026-04-25T07:37:43.502" v="155" actId="20577"/>
          <ac:spMkLst>
            <pc:docMk/>
            <pc:sldMk cId="519721974" sldId="260"/>
            <ac:spMk id="35" creationId="{CA758A90-9519-BD88-DD7C-D42FCFA719B2}"/>
          </ac:spMkLst>
        </pc:spChg>
      </pc:sldChg>
      <pc:sldChg chg="modSp mod">
        <pc:chgData name="대승 고" userId="8296c006db2f14ee" providerId="LiveId" clId="{F997F1B9-429E-4192-954F-F4CED232CDE9}" dt="2026-04-25T09:08:09.685" v="817" actId="6549"/>
        <pc:sldMkLst>
          <pc:docMk/>
          <pc:sldMk cId="1004735917" sldId="261"/>
        </pc:sldMkLst>
        <pc:spChg chg="mod">
          <ac:chgData name="대승 고" userId="8296c006db2f14ee" providerId="LiveId" clId="{F997F1B9-429E-4192-954F-F4CED232CDE9}" dt="2026-04-25T07:38:28.800" v="179" actId="20577"/>
          <ac:spMkLst>
            <pc:docMk/>
            <pc:sldMk cId="1004735917" sldId="261"/>
            <ac:spMk id="11" creationId="{90F75B2D-12AE-49F0-A951-2D99F1475777}"/>
          </ac:spMkLst>
        </pc:spChg>
        <pc:spChg chg="mod">
          <ac:chgData name="대승 고" userId="8296c006db2f14ee" providerId="LiveId" clId="{F997F1B9-429E-4192-954F-F4CED232CDE9}" dt="2026-04-25T09:07:24.879" v="758" actId="20577"/>
          <ac:spMkLst>
            <pc:docMk/>
            <pc:sldMk cId="1004735917" sldId="261"/>
            <ac:spMk id="40" creationId="{D8E23E81-1E4F-4F25-B601-EC739A672F16}"/>
          </ac:spMkLst>
        </pc:spChg>
        <pc:spChg chg="mod">
          <ac:chgData name="대승 고" userId="8296c006db2f14ee" providerId="LiveId" clId="{F997F1B9-429E-4192-954F-F4CED232CDE9}" dt="2026-04-25T07:38:14.834" v="165" actId="20577"/>
          <ac:spMkLst>
            <pc:docMk/>
            <pc:sldMk cId="1004735917" sldId="261"/>
            <ac:spMk id="42" creationId="{C5F171C9-633F-437F-B8D5-8BF21F856D56}"/>
          </ac:spMkLst>
        </pc:spChg>
        <pc:spChg chg="mod">
          <ac:chgData name="대승 고" userId="8296c006db2f14ee" providerId="LiveId" clId="{F997F1B9-429E-4192-954F-F4CED232CDE9}" dt="2026-04-25T07:38:25.971" v="172" actId="20577"/>
          <ac:spMkLst>
            <pc:docMk/>
            <pc:sldMk cId="1004735917" sldId="261"/>
            <ac:spMk id="46" creationId="{46E71F9D-9B60-471B-BFB2-AF5FF79E21E0}"/>
          </ac:spMkLst>
        </pc:spChg>
        <pc:spChg chg="mod">
          <ac:chgData name="대승 고" userId="8296c006db2f14ee" providerId="LiveId" clId="{F997F1B9-429E-4192-954F-F4CED232CDE9}" dt="2026-04-25T07:38:34.294" v="188" actId="20577"/>
          <ac:spMkLst>
            <pc:docMk/>
            <pc:sldMk cId="1004735917" sldId="261"/>
            <ac:spMk id="50" creationId="{086C1D21-5978-48E5-AF22-65759A558DB1}"/>
          </ac:spMkLst>
        </pc:spChg>
        <pc:spChg chg="mod">
          <ac:chgData name="대승 고" userId="8296c006db2f14ee" providerId="LiveId" clId="{F997F1B9-429E-4192-954F-F4CED232CDE9}" dt="2026-04-25T09:07:52.792" v="796" actId="20577"/>
          <ac:spMkLst>
            <pc:docMk/>
            <pc:sldMk cId="1004735917" sldId="261"/>
            <ac:spMk id="56" creationId="{E1BF4355-6EE6-4D93-8EAB-DEF44FA7B446}"/>
          </ac:spMkLst>
        </pc:spChg>
        <pc:spChg chg="mod">
          <ac:chgData name="대승 고" userId="8296c006db2f14ee" providerId="LiveId" clId="{F997F1B9-429E-4192-954F-F4CED232CDE9}" dt="2026-04-25T09:08:06.198" v="816" actId="20577"/>
          <ac:spMkLst>
            <pc:docMk/>
            <pc:sldMk cId="1004735917" sldId="261"/>
            <ac:spMk id="58" creationId="{6B122430-E230-4C48-8FA1-508C33C2B846}"/>
          </ac:spMkLst>
        </pc:spChg>
        <pc:spChg chg="mod">
          <ac:chgData name="대승 고" userId="8296c006db2f14ee" providerId="LiveId" clId="{F997F1B9-429E-4192-954F-F4CED232CDE9}" dt="2026-04-25T09:08:09.685" v="817" actId="6549"/>
          <ac:spMkLst>
            <pc:docMk/>
            <pc:sldMk cId="1004735917" sldId="261"/>
            <ac:spMk id="60" creationId="{B49EEC09-B43E-4FED-8648-4461C705DAD4}"/>
          </ac:spMkLst>
        </pc:spChg>
      </pc:sldChg>
      <pc:sldChg chg="modSp mod">
        <pc:chgData name="대승 고" userId="8296c006db2f14ee" providerId="LiveId" clId="{F997F1B9-429E-4192-954F-F4CED232CDE9}" dt="2026-04-25T08:47:31.470" v="494" actId="6549"/>
        <pc:sldMkLst>
          <pc:docMk/>
          <pc:sldMk cId="377359206" sldId="262"/>
        </pc:sldMkLst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5" creationId="{08B9E9A6-3496-410B-9290-BC5D742AC364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6" creationId="{14FB4E73-1918-48C3-AABE-BDC884F060ED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13" creationId="{4BFB45F5-209B-4400-A2E2-9BF3D935A080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14" creationId="{7DD2F571-EA65-40CE-9174-131B6786EABF}"/>
          </ac:spMkLst>
        </pc:spChg>
        <pc:spChg chg="mod">
          <ac:chgData name="대승 고" userId="8296c006db2f14ee" providerId="LiveId" clId="{F997F1B9-429E-4192-954F-F4CED232CDE9}" dt="2026-04-25T08:47:31.470" v="494" actId="6549"/>
          <ac:spMkLst>
            <pc:docMk/>
            <pc:sldMk cId="377359206" sldId="262"/>
            <ac:spMk id="15" creationId="{69C5C743-86BA-49C8-A7BF-C8DA32EE0011}"/>
          </ac:spMkLst>
        </pc:spChg>
        <pc:spChg chg="mod">
          <ac:chgData name="대승 고" userId="8296c006db2f14ee" providerId="LiveId" clId="{F997F1B9-429E-4192-954F-F4CED232CDE9}" dt="2026-04-25T08:46:45.889" v="492" actId="20577"/>
          <ac:spMkLst>
            <pc:docMk/>
            <pc:sldMk cId="377359206" sldId="262"/>
            <ac:spMk id="19" creationId="{ACE05E58-6A7A-4484-8B39-6EE986100155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3" creationId="{2099BB55-0C0B-4A43-9267-C2059E981EAE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5" creationId="{30FAD49B-809D-4995-8721-15AC42971B97}"/>
          </ac:spMkLst>
        </pc:spChg>
        <pc:spChg chg="mod">
          <ac:chgData name="대승 고" userId="8296c006db2f14ee" providerId="LiveId" clId="{F997F1B9-429E-4192-954F-F4CED232CDE9}" dt="2026-04-25T08:46:54.899" v="493" actId="6549"/>
          <ac:spMkLst>
            <pc:docMk/>
            <pc:sldMk cId="377359206" sldId="262"/>
            <ac:spMk id="27" creationId="{5657A93B-15A9-4A25-A7A5-C35DFED585B2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29" creationId="{493B7136-A0DA-488F-946F-D88B40E66EE0}"/>
          </ac:spMkLst>
        </pc:spChg>
        <pc:spChg chg="mod">
          <ac:chgData name="대승 고" userId="8296c006db2f14ee" providerId="LiveId" clId="{F997F1B9-429E-4192-954F-F4CED232CDE9}" dt="2026-04-25T07:40:49.720" v="255" actId="20577"/>
          <ac:spMkLst>
            <pc:docMk/>
            <pc:sldMk cId="377359206" sldId="262"/>
            <ac:spMk id="37" creationId="{00ECAB35-5E54-4773-BED6-D93016D879E9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38" creationId="{888E0A9F-D981-4DC0-9E42-48C60B7A0D61}"/>
          </ac:spMkLst>
        </pc:spChg>
        <pc:spChg chg="mod">
          <ac:chgData name="대승 고" userId="8296c006db2f14ee" providerId="LiveId" clId="{F997F1B9-429E-4192-954F-F4CED232CDE9}" dt="2026-04-25T07:41:30.152" v="262" actId="6549"/>
          <ac:spMkLst>
            <pc:docMk/>
            <pc:sldMk cId="377359206" sldId="262"/>
            <ac:spMk id="39" creationId="{852E1E19-BDD6-4643-A656-C578C8023E79}"/>
          </ac:spMkLst>
        </pc:spChg>
        <pc:spChg chg="mod">
          <ac:chgData name="대승 고" userId="8296c006db2f14ee" providerId="LiveId" clId="{F997F1B9-429E-4192-954F-F4CED232CDE9}" dt="2026-04-25T07:41:55.877" v="263" actId="255"/>
          <ac:spMkLst>
            <pc:docMk/>
            <pc:sldMk cId="377359206" sldId="262"/>
            <ac:spMk id="44" creationId="{0C2FDC39-5A87-49BE-B604-ECDB383621D4}"/>
          </ac:spMkLst>
        </pc:spChg>
      </pc:sldChg>
      <pc:sldChg chg="addSp modSp mod">
        <pc:chgData name="대승 고" userId="8296c006db2f14ee" providerId="LiveId" clId="{F997F1B9-429E-4192-954F-F4CED232CDE9}" dt="2026-04-25T09:08:48.161" v="818" actId="1076"/>
        <pc:sldMkLst>
          <pc:docMk/>
          <pc:sldMk cId="818856681" sldId="263"/>
        </pc:sldMkLst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8" creationId="{98BA629C-4CA5-4681-BDB1-61207A2BE3D6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17" creationId="{C9FB75E4-E6FC-4FFA-8228-37C09F727F99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1" creationId="{F74112E9-AD19-49E3-A0DE-A82D1C995F53}"/>
          </ac:spMkLst>
        </pc:spChg>
        <pc:spChg chg="mod">
          <ac:chgData name="대승 고" userId="8296c006db2f14ee" providerId="LiveId" clId="{F997F1B9-429E-4192-954F-F4CED232CDE9}" dt="2026-04-25T07:42:29.220" v="285" actId="20577"/>
          <ac:spMkLst>
            <pc:docMk/>
            <pc:sldMk cId="818856681" sldId="263"/>
            <ac:spMk id="23" creationId="{39141D3B-F60E-422B-8466-30B5066E8ABC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4" creationId="{E7939B69-4572-4FDD-92C8-EB06B6984AA1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5" creationId="{1AC2F6C0-8D87-440F-A0C1-445B8B744669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6" creationId="{63B375FC-4B1C-49EE-A15C-14B283AA1869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7" creationId="{9B913540-0DB2-4E2C-9E65-F38F9C8240D1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8" creationId="{9A8B198B-B460-405C-8FA0-0D716E59ECAB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29" creationId="{B54E32F7-FF5D-4A79-A1E1-5D15200B44A8}"/>
          </ac:spMkLst>
        </pc:spChg>
        <pc:spChg chg="mod">
          <ac:chgData name="대승 고" userId="8296c006db2f14ee" providerId="LiveId" clId="{F997F1B9-429E-4192-954F-F4CED232CDE9}" dt="2026-04-25T07:43:23.130" v="313" actId="1076"/>
          <ac:spMkLst>
            <pc:docMk/>
            <pc:sldMk cId="818856681" sldId="263"/>
            <ac:spMk id="30" creationId="{01691DE1-3F6F-47BB-9DD5-9DCF2D43BF24}"/>
          </ac:spMkLst>
        </pc:spChg>
        <pc:spChg chg="mod">
          <ac:chgData name="대승 고" userId="8296c006db2f14ee" providerId="LiveId" clId="{F997F1B9-429E-4192-954F-F4CED232CDE9}" dt="2026-04-25T07:48:43.812" v="487" actId="20577"/>
          <ac:spMkLst>
            <pc:docMk/>
            <pc:sldMk cId="818856681" sldId="263"/>
            <ac:spMk id="31" creationId="{92E2F689-BB22-4BF5-A00D-234CB23DE8A6}"/>
          </ac:spMkLst>
        </pc:spChg>
        <pc:spChg chg="mod">
          <ac:chgData name="대승 고" userId="8296c006db2f14ee" providerId="LiveId" clId="{F997F1B9-429E-4192-954F-F4CED232CDE9}" dt="2026-04-25T07:48:52.195" v="488" actId="255"/>
          <ac:spMkLst>
            <pc:docMk/>
            <pc:sldMk cId="818856681" sldId="263"/>
            <ac:spMk id="32" creationId="{E0F86DEF-123A-4C20-8491-8AA607C5E11C}"/>
          </ac:spMkLst>
        </pc:spChg>
        <pc:spChg chg="mod">
          <ac:chgData name="대승 고" userId="8296c006db2f14ee" providerId="LiveId" clId="{F997F1B9-429E-4192-954F-F4CED232CDE9}" dt="2026-04-25T07:43:23.130" v="313" actId="1076"/>
          <ac:spMkLst>
            <pc:docMk/>
            <pc:sldMk cId="818856681" sldId="263"/>
            <ac:spMk id="33" creationId="{3004CEFC-A437-4537-AA10-CCD568353C4F}"/>
          </ac:spMkLst>
        </pc:spChg>
        <pc:spChg chg="mod">
          <ac:chgData name="대승 고" userId="8296c006db2f14ee" providerId="LiveId" clId="{F997F1B9-429E-4192-954F-F4CED232CDE9}" dt="2026-04-25T07:43:23.130" v="313" actId="1076"/>
          <ac:spMkLst>
            <pc:docMk/>
            <pc:sldMk cId="818856681" sldId="263"/>
            <ac:spMk id="34" creationId="{EE53F885-E6F0-430B-B783-D49151895943}"/>
          </ac:spMkLst>
        </pc:spChg>
        <pc:spChg chg="mod">
          <ac:chgData name="대승 고" userId="8296c006db2f14ee" providerId="LiveId" clId="{F997F1B9-429E-4192-954F-F4CED232CDE9}" dt="2026-04-25T07:43:37.676" v="362" actId="6549"/>
          <ac:spMkLst>
            <pc:docMk/>
            <pc:sldMk cId="818856681" sldId="263"/>
            <ac:spMk id="35" creationId="{5F396D85-4F71-430C-A1AA-E064A70A67D4}"/>
          </ac:spMkLst>
        </pc:spChg>
        <pc:spChg chg="add mod">
          <ac:chgData name="대승 고" userId="8296c006db2f14ee" providerId="LiveId" clId="{F997F1B9-429E-4192-954F-F4CED232CDE9}" dt="2026-04-25T07:43:15.089" v="310" actId="571"/>
          <ac:spMkLst>
            <pc:docMk/>
            <pc:sldMk cId="818856681" sldId="263"/>
            <ac:spMk id="36" creationId="{F33396E6-9F98-AC82-DF74-60016A2A8020}"/>
          </ac:spMkLst>
        </pc:spChg>
        <pc:spChg chg="add mod">
          <ac:chgData name="대승 고" userId="8296c006db2f14ee" providerId="LiveId" clId="{F997F1B9-429E-4192-954F-F4CED232CDE9}" dt="2026-04-25T07:43:15.089" v="310" actId="571"/>
          <ac:spMkLst>
            <pc:docMk/>
            <pc:sldMk cId="818856681" sldId="263"/>
            <ac:spMk id="37" creationId="{0FF9BA15-8877-A4B6-F009-273CB8A7CC32}"/>
          </ac:spMkLst>
        </pc:spChg>
        <pc:spChg chg="add mod">
          <ac:chgData name="대승 고" userId="8296c006db2f14ee" providerId="LiveId" clId="{F997F1B9-429E-4192-954F-F4CED232CDE9}" dt="2026-04-25T07:43:15.089" v="310" actId="571"/>
          <ac:spMkLst>
            <pc:docMk/>
            <pc:sldMk cId="818856681" sldId="263"/>
            <ac:spMk id="38" creationId="{C991CC38-4921-1D33-F483-81B0C9BA56B6}"/>
          </ac:spMkLst>
        </pc:spChg>
        <pc:spChg chg="mod">
          <ac:chgData name="대승 고" userId="8296c006db2f14ee" providerId="LiveId" clId="{F997F1B9-429E-4192-954F-F4CED232CDE9}" dt="2026-04-24T12:42:47.981" v="24" actId="403"/>
          <ac:spMkLst>
            <pc:docMk/>
            <pc:sldMk cId="818856681" sldId="263"/>
            <ac:spMk id="46" creationId="{A9E7128D-FA7F-1AA5-F9CE-EB4439C1350D}"/>
          </ac:spMkLst>
        </pc:spChg>
        <pc:spChg chg="mod">
          <ac:chgData name="대승 고" userId="8296c006db2f14ee" providerId="LiveId" clId="{F997F1B9-429E-4192-954F-F4CED232CDE9}" dt="2026-04-25T09:08:48.161" v="818" actId="1076"/>
          <ac:spMkLst>
            <pc:docMk/>
            <pc:sldMk cId="818856681" sldId="263"/>
            <ac:spMk id="51" creationId="{7FA6B0D0-CB61-6E08-B5DF-062E6D768B7D}"/>
          </ac:spMkLst>
        </pc:spChg>
        <pc:spChg chg="mod">
          <ac:chgData name="대승 고" userId="8296c006db2f14ee" providerId="LiveId" clId="{F997F1B9-429E-4192-954F-F4CED232CDE9}" dt="2026-04-24T12:42:45.561" v="19" actId="20577"/>
          <ac:spMkLst>
            <pc:docMk/>
            <pc:sldMk cId="818856681" sldId="263"/>
            <ac:spMk id="52" creationId="{87F8C4AD-27BC-BEEF-E842-5B6C99A5866E}"/>
          </ac:spMkLst>
        </pc:spChg>
      </pc:sldChg>
      <pc:sldChg chg="modSp mod">
        <pc:chgData name="대승 고" userId="8296c006db2f14ee" providerId="LiveId" clId="{F997F1B9-429E-4192-954F-F4CED232CDE9}" dt="2026-04-25T09:10:16.300" v="906" actId="20577"/>
        <pc:sldMkLst>
          <pc:docMk/>
          <pc:sldMk cId="265906906" sldId="264"/>
        </pc:sldMkLst>
        <pc:spChg chg="mod">
          <ac:chgData name="대승 고" userId="8296c006db2f14ee" providerId="LiveId" clId="{F997F1B9-429E-4192-954F-F4CED232CDE9}" dt="2026-04-25T09:09:31.700" v="845" actId="20577"/>
          <ac:spMkLst>
            <pc:docMk/>
            <pc:sldMk cId="265906906" sldId="264"/>
            <ac:spMk id="11" creationId="{14E41601-D039-4264-80C1-DD86F40E95E8}"/>
          </ac:spMkLst>
        </pc:spChg>
        <pc:spChg chg="mod">
          <ac:chgData name="대승 고" userId="8296c006db2f14ee" providerId="LiveId" clId="{F997F1B9-429E-4192-954F-F4CED232CDE9}" dt="2026-04-25T09:09:32.439" v="847" actId="20577"/>
          <ac:spMkLst>
            <pc:docMk/>
            <pc:sldMk cId="265906906" sldId="264"/>
            <ac:spMk id="17" creationId="{14F5A051-0FC5-489D-B76C-F43F24F1105A}"/>
          </ac:spMkLst>
        </pc:spChg>
        <pc:spChg chg="mod">
          <ac:chgData name="대승 고" userId="8296c006db2f14ee" providerId="LiveId" clId="{F997F1B9-429E-4192-954F-F4CED232CDE9}" dt="2026-04-25T09:09:36.083" v="860" actId="20577"/>
          <ac:spMkLst>
            <pc:docMk/>
            <pc:sldMk cId="265906906" sldId="264"/>
            <ac:spMk id="21" creationId="{325C252E-2676-4B86-9455-8B771430BBCB}"/>
          </ac:spMkLst>
        </pc:spChg>
        <pc:spChg chg="mod">
          <ac:chgData name="대승 고" userId="8296c006db2f14ee" providerId="LiveId" clId="{F997F1B9-429E-4192-954F-F4CED232CDE9}" dt="2026-04-25T09:10:16.300" v="906" actId="20577"/>
          <ac:spMkLst>
            <pc:docMk/>
            <pc:sldMk cId="265906906" sldId="264"/>
            <ac:spMk id="25" creationId="{C3A7F845-07E4-4D23-A9C5-0A50EF194B85}"/>
          </ac:spMkLst>
        </pc:spChg>
        <pc:spChg chg="mod">
          <ac:chgData name="대승 고" userId="8296c006db2f14ee" providerId="LiveId" clId="{F997F1B9-429E-4192-954F-F4CED232CDE9}" dt="2026-04-25T09:09:40.696" v="865" actId="6549"/>
          <ac:spMkLst>
            <pc:docMk/>
            <pc:sldMk cId="265906906" sldId="264"/>
            <ac:spMk id="27" creationId="{C04114CD-6019-4AFA-B6D9-0367CD96E7CB}"/>
          </ac:spMkLst>
        </pc:spChg>
        <pc:spChg chg="mod">
          <ac:chgData name="대승 고" userId="8296c006db2f14ee" providerId="LiveId" clId="{F997F1B9-429E-4192-954F-F4CED232CDE9}" dt="2026-04-25T07:44:18.791" v="456" actId="20577"/>
          <ac:spMkLst>
            <pc:docMk/>
            <pc:sldMk cId="265906906" sldId="264"/>
            <ac:spMk id="33" creationId="{F36DEA46-6203-4400-AA23-96BDB086AD25}"/>
          </ac:spMkLst>
        </pc:spChg>
        <pc:spChg chg="mod">
          <ac:chgData name="대승 고" userId="8296c006db2f14ee" providerId="LiveId" clId="{F997F1B9-429E-4192-954F-F4CED232CDE9}" dt="2026-04-25T07:44:25.517" v="457" actId="21"/>
          <ac:spMkLst>
            <pc:docMk/>
            <pc:sldMk cId="265906906" sldId="264"/>
            <ac:spMk id="39" creationId="{802C7149-35D9-42BD-B112-DF12AC8C56E1}"/>
          </ac:spMkLst>
        </pc:spChg>
      </pc:sldChg>
      <pc:sldChg chg="modSp mod">
        <pc:chgData name="대승 고" userId="8296c006db2f14ee" providerId="LiveId" clId="{F997F1B9-429E-4192-954F-F4CED232CDE9}" dt="2026-04-25T08:48:08.605" v="497" actId="20577"/>
        <pc:sldMkLst>
          <pc:docMk/>
          <pc:sldMk cId="567265254" sldId="265"/>
        </pc:sldMkLst>
        <pc:spChg chg="mod">
          <ac:chgData name="대승 고" userId="8296c006db2f14ee" providerId="LiveId" clId="{F997F1B9-429E-4192-954F-F4CED232CDE9}" dt="2026-04-25T08:48:08.605" v="497" actId="20577"/>
          <ac:spMkLst>
            <pc:docMk/>
            <pc:sldMk cId="567265254" sldId="265"/>
            <ac:spMk id="33" creationId="{6D8C604C-EB4D-4B8A-B427-F73D0B2E4850}"/>
          </ac:spMkLst>
        </pc:spChg>
        <pc:spChg chg="mod">
          <ac:chgData name="대승 고" userId="8296c006db2f14ee" providerId="LiveId" clId="{F997F1B9-429E-4192-954F-F4CED232CDE9}" dt="2026-04-25T07:45:05.549" v="486" actId="6549"/>
          <ac:spMkLst>
            <pc:docMk/>
            <pc:sldMk cId="567265254" sldId="265"/>
            <ac:spMk id="63" creationId="{0334DFDA-8474-4937-8871-6D73F4147F06}"/>
          </ac:spMkLst>
        </pc:spChg>
        <pc:spChg chg="mod">
          <ac:chgData name="대승 고" userId="8296c006db2f14ee" providerId="LiveId" clId="{F997F1B9-429E-4192-954F-F4CED232CDE9}" dt="2026-04-25T07:44:48.595" v="460" actId="20577"/>
          <ac:spMkLst>
            <pc:docMk/>
            <pc:sldMk cId="567265254" sldId="265"/>
            <ac:spMk id="109" creationId="{778616AF-41D4-F446-0D8F-91A3E1AFB1D9}"/>
          </ac:spMkLst>
        </pc:spChg>
        <pc:spChg chg="mod">
          <ac:chgData name="대승 고" userId="8296c006db2f14ee" providerId="LiveId" clId="{F997F1B9-429E-4192-954F-F4CED232CDE9}" dt="2026-04-25T07:44:59.225" v="485" actId="20577"/>
          <ac:spMkLst>
            <pc:docMk/>
            <pc:sldMk cId="567265254" sldId="265"/>
            <ac:spMk id="111" creationId="{AF8AAA08-80B3-9990-F9B1-CD16D15A83ED}"/>
          </ac:spMkLst>
        </pc:spChg>
      </pc:sldChg>
      <pc:sldChg chg="modSp mod">
        <pc:chgData name="대승 고" userId="8296c006db2f14ee" providerId="LiveId" clId="{F997F1B9-429E-4192-954F-F4CED232CDE9}" dt="2026-04-25T09:11:06.892" v="985" actId="20577"/>
        <pc:sldMkLst>
          <pc:docMk/>
          <pc:sldMk cId="396681430" sldId="266"/>
        </pc:sldMkLst>
        <pc:spChg chg="mod">
          <ac:chgData name="대승 고" userId="8296c006db2f14ee" providerId="LiveId" clId="{F997F1B9-429E-4192-954F-F4CED232CDE9}" dt="2026-04-25T09:11:06.892" v="985" actId="20577"/>
          <ac:spMkLst>
            <pc:docMk/>
            <pc:sldMk cId="396681430" sldId="266"/>
            <ac:spMk id="33" creationId="{EA8E778A-500C-4C45-BA0F-2B46EAB7E0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3150" b="1">
                <a:solidFill>
                  <a:srgbClr val="1E2D4A"/>
                </a:solidFill>
              </a:defRPr>
            </a:pPr>
            <a:r>
              <a:rPr sz="3150" b="1" dirty="0">
                <a:solidFill>
                  <a:srgbClr val="1E2D4A"/>
                </a:solidFill>
              </a:rPr>
              <a:t>Spin Miner </a:t>
            </a:r>
            <a:r>
              <a:rPr sz="3150" b="1" dirty="0" err="1">
                <a:solidFill>
                  <a:srgbClr val="1E2D4A"/>
                </a:solidFill>
              </a:rPr>
              <a:t>브레이크</a:t>
            </a:r>
            <a:r>
              <a:rPr sz="3150" b="1" dirty="0">
                <a:solidFill>
                  <a:srgbClr val="1E2D4A"/>
                </a:solidFill>
              </a:rPr>
              <a:t> </a:t>
            </a:r>
            <a:r>
              <a:rPr sz="3150" b="1" dirty="0" err="1">
                <a:solidFill>
                  <a:srgbClr val="1E2D4A"/>
                </a:solidFill>
              </a:rPr>
              <a:t>시스템</a:t>
            </a:r>
            <a:endParaRPr sz="3150" b="1" dirty="0">
              <a:solidFill>
                <a:srgbClr val="1E2D4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20D4A-146E-F228-D755-168216D11B88}"/>
              </a:ext>
            </a:extLst>
          </p:cNvPr>
          <p:cNvSpPr txBox="1"/>
          <p:nvPr/>
        </p:nvSpPr>
        <p:spPr>
          <a:xfrm>
            <a:off x="0" y="6393418"/>
            <a:ext cx="1219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600" i="0" dirty="0">
                <a:effectLst/>
              </a:rPr>
              <a:t>작성자 </a:t>
            </a:r>
            <a:r>
              <a:rPr lang="en-US" altLang="ko-KR" sz="1600" i="0" dirty="0">
                <a:effectLst/>
              </a:rPr>
              <a:t>| </a:t>
            </a:r>
            <a:r>
              <a:rPr lang="ko-KR" altLang="en-US" sz="1600" i="0" dirty="0">
                <a:effectLst/>
              </a:rPr>
              <a:t>고대승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중에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노출되며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공략</a:t>
            </a:r>
            <a:r>
              <a:rPr sz="1200" b="0" dirty="0">
                <a:solidFill>
                  <a:srgbClr val="202020"/>
                </a:solidFill>
              </a:rPr>
              <a:t>을 </a:t>
            </a:r>
            <a:r>
              <a:rPr sz="1200" b="0" dirty="0" err="1">
                <a:solidFill>
                  <a:srgbClr val="202020"/>
                </a:solidFill>
              </a:rPr>
              <a:t>통해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시스템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상태에서는</a:t>
            </a:r>
            <a:r>
              <a:rPr sz="1200" b="0" dirty="0">
                <a:solidFill>
                  <a:srgbClr val="202020"/>
                </a:solidFill>
              </a:rPr>
              <a:t> 피해량이 </a:t>
            </a:r>
            <a:r>
              <a:rPr sz="1200" b="0" dirty="0" err="1">
                <a:solidFill>
                  <a:srgbClr val="202020"/>
                </a:solidFill>
              </a:rPr>
              <a:t>증가해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효율이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상승한다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약점은 브레이크를 발생시키는 시동기 역할로 정의한다.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1.2. 시스템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대기</a:t>
            </a:r>
            <a:r>
              <a:rPr sz="1200" dirty="0" err="1">
                <a:solidFill>
                  <a:srgbClr val="202020"/>
                </a:solidFill>
              </a:rPr>
              <a:t>하며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dirty="0">
                <a:solidFill>
                  <a:srgbClr val="202020"/>
                </a:solidFill>
              </a:rPr>
              <a:t>지속</a:t>
            </a:r>
            <a:r>
              <a:rPr sz="1200" b="0" dirty="0" err="1">
                <a:solidFill>
                  <a:srgbClr val="202020"/>
                </a:solidFill>
              </a:rPr>
              <a:t>되는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구간에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조작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목적을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부여한다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플레이어가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의식하도록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만든다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noGrp="1"/>
          </p:cNvSpPr>
          <p:nvPr/>
        </p:nvSpPr>
        <p:spPr>
          <a:xfrm>
            <a:off x="95250" y="3638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noGrp="1"/>
          </p:cNvSpPr>
          <p:nvPr/>
        </p:nvSpPr>
        <p:spPr>
          <a:xfrm>
            <a:off x="95250" y="3981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noGrp="1"/>
          </p:cNvSpPr>
          <p:nvPr/>
        </p:nvSpPr>
        <p:spPr>
          <a:xfrm>
            <a:off x="95250" y="42576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noGrp="1"/>
          </p:cNvSpPr>
          <p:nvPr/>
        </p:nvSpPr>
        <p:spPr>
          <a:xfrm>
            <a:off x="95250" y="45339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대형 광물의 체류 시간을 공략 단계로 분해한다.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noGrp="1"/>
          </p:cNvSpPr>
          <p:nvPr/>
        </p:nvSpPr>
        <p:spPr>
          <a:xfrm>
            <a:off x="95250" y="5257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noGrp="1"/>
          </p:cNvSpPr>
          <p:nvPr/>
        </p:nvSpPr>
        <p:spPr>
          <a:xfrm>
            <a:off x="95250" y="5610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12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프로토타입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플레이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링크</a:t>
            </a:r>
            <a:r>
              <a:rPr sz="1200" b="0" dirty="0">
                <a:solidFill>
                  <a:srgbClr val="202020"/>
                </a:solidFill>
              </a:rPr>
              <a:t>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dirty="0" err="1">
                <a:solidFill>
                  <a:srgbClr val="202020"/>
                </a:solidFill>
              </a:rPr>
              <a:t>대형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광물을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타격하면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광물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근처에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등장하는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공략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포인트</a:t>
            </a:r>
            <a:endParaRPr sz="1000" dirty="0">
              <a:solidFill>
                <a:srgbClr val="20202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약점을 일정 횟수 타격하면 일정 시간 발생하는 취약 상태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긴 체류 구간에 리듬 변화를 주는 보상 구간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대형 광물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noGrp="1"/>
          </p:cNvSpPr>
          <p:nvPr/>
        </p:nvSpPr>
        <p:spPr>
          <a:xfrm>
            <a:off x="2057400" y="27241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lang="ko-KR" altLang="en-US" sz="1000" dirty="0"/>
              <a:t>높은 </a:t>
            </a:r>
            <a:r>
              <a:rPr lang="en-US" altLang="ko-KR" sz="1000" dirty="0"/>
              <a:t>HP</a:t>
            </a:r>
            <a:r>
              <a:rPr lang="ko-KR" altLang="en-US" sz="1000" dirty="0"/>
              <a:t>와 긴 채굴 시간을 가진 고보상 광물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브레이크 규칙 적용 대상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광물 타입 enum으로 연출 및 규칙 적용 여부 결정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3. 플레이 경험 및 개선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3.1. 플레이 경험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noGrp="1"/>
          </p:cNvSpPr>
          <p:nvPr/>
        </p:nvSpPr>
        <p:spPr>
          <a:xfrm>
            <a:off x="95250" y="1476375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noGrp="1"/>
          </p:cNvSpPr>
          <p:nvPr/>
        </p:nvSpPr>
        <p:spPr>
          <a:xfrm>
            <a:off x="152400" y="15144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noGrp="1"/>
          </p:cNvSpPr>
          <p:nvPr/>
        </p:nvSpPr>
        <p:spPr>
          <a:xfrm>
            <a:off x="1619250" y="1476375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noGrp="1"/>
          </p:cNvSpPr>
          <p:nvPr/>
        </p:nvSpPr>
        <p:spPr>
          <a:xfrm>
            <a:off x="1676400" y="15144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플레이 경험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noGrp="1"/>
          </p:cNvSpPr>
          <p:nvPr/>
        </p:nvSpPr>
        <p:spPr>
          <a:xfrm>
            <a:off x="5962650" y="1514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noGrp="1"/>
          </p:cNvSpPr>
          <p:nvPr/>
        </p:nvSpPr>
        <p:spPr>
          <a:xfrm>
            <a:off x="95250" y="1933575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noGrp="1"/>
          </p:cNvSpPr>
          <p:nvPr/>
        </p:nvSpPr>
        <p:spPr>
          <a:xfrm>
            <a:off x="152400" y="19716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소형 광물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noGrp="1"/>
          </p:cNvSpPr>
          <p:nvPr/>
        </p:nvSpPr>
        <p:spPr>
          <a:xfrm>
            <a:off x="1619250" y="1933575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noGrp="1"/>
          </p:cNvSpPr>
          <p:nvPr/>
        </p:nvSpPr>
        <p:spPr>
          <a:xfrm>
            <a:off x="1676400" y="19716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HP</a:t>
            </a:r>
            <a:r>
              <a:rPr lang="ko-KR" altLang="en-US" sz="1000" b="0" dirty="0">
                <a:solidFill>
                  <a:srgbClr val="202020"/>
                </a:solidFill>
              </a:rPr>
              <a:t>가 낮아 </a:t>
            </a:r>
            <a:r>
              <a:rPr sz="1000" b="0" dirty="0" err="1">
                <a:solidFill>
                  <a:srgbClr val="202020"/>
                </a:solidFill>
              </a:rPr>
              <a:t>이동-타격-수집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주기가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짧음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noGrp="1"/>
          </p:cNvSpPr>
          <p:nvPr/>
        </p:nvSpPr>
        <p:spPr>
          <a:xfrm>
            <a:off x="5905500" y="1933575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noGrp="1"/>
          </p:cNvSpPr>
          <p:nvPr/>
        </p:nvSpPr>
        <p:spPr>
          <a:xfrm>
            <a:off x="5962650" y="19716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noGrp="1"/>
          </p:cNvSpPr>
          <p:nvPr/>
        </p:nvSpPr>
        <p:spPr>
          <a:xfrm>
            <a:off x="95250" y="23907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noGrp="1"/>
          </p:cNvSpPr>
          <p:nvPr/>
        </p:nvSpPr>
        <p:spPr>
          <a:xfrm>
            <a:off x="152400" y="24288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특수</a:t>
            </a:r>
            <a:r>
              <a:rPr sz="1000" b="0">
                <a:solidFill>
                  <a:srgbClr val="202020"/>
                </a:solidFill>
              </a:rPr>
              <a:t> 광물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noGrp="1"/>
          </p:cNvSpPr>
          <p:nvPr/>
        </p:nvSpPr>
        <p:spPr>
          <a:xfrm>
            <a:off x="1619250" y="23907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noGrp="1"/>
          </p:cNvSpPr>
          <p:nvPr/>
        </p:nvSpPr>
        <p:spPr>
          <a:xfrm>
            <a:off x="1676400" y="24288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젤리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r>
              <a:rPr sz="1000" b="0" dirty="0" err="1">
                <a:solidFill>
                  <a:srgbClr val="202020"/>
                </a:solidFill>
              </a:rPr>
              <a:t>화염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r>
              <a:rPr sz="1000" b="0" dirty="0" err="1">
                <a:solidFill>
                  <a:srgbClr val="202020"/>
                </a:solidFill>
              </a:rPr>
              <a:t>얼음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해당</a:t>
            </a:r>
            <a:endParaRPr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dirty="0" err="1">
                <a:solidFill>
                  <a:srgbClr val="202020"/>
                </a:solidFill>
              </a:rPr>
              <a:t>광물의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특수성으로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인한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다양한 조작 </a:t>
            </a:r>
            <a:r>
              <a:rPr sz="1000" dirty="0" err="1">
                <a:solidFill>
                  <a:srgbClr val="202020"/>
                </a:solidFill>
              </a:rPr>
              <a:t>경험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제공</a:t>
            </a:r>
            <a:endParaRPr sz="1000" dirty="0">
              <a:solidFill>
                <a:srgbClr val="20202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noGrp="1"/>
          </p:cNvSpPr>
          <p:nvPr/>
        </p:nvSpPr>
        <p:spPr>
          <a:xfrm>
            <a:off x="5905500" y="23907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noGrp="1"/>
          </p:cNvSpPr>
          <p:nvPr/>
        </p:nvSpPr>
        <p:spPr>
          <a:xfrm>
            <a:off x="5962650" y="24288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noGrp="1"/>
          </p:cNvSpPr>
          <p:nvPr/>
        </p:nvSpPr>
        <p:spPr>
          <a:xfrm>
            <a:off x="95250" y="39433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3.2. 개선 방향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noGrp="1"/>
          </p:cNvSpPr>
          <p:nvPr/>
        </p:nvSpPr>
        <p:spPr>
          <a:xfrm>
            <a:off x="95250" y="43053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</a:t>
            </a:r>
            <a:r>
              <a:rPr sz="1200">
                <a:solidFill>
                  <a:srgbClr val="202020"/>
                </a:solidFill>
              </a:rPr>
              <a:t>대형 광물은 </a:t>
            </a:r>
            <a:r>
              <a:rPr sz="1200" b="0">
                <a:solidFill>
                  <a:srgbClr val="202020"/>
                </a:solidFill>
              </a:rPr>
              <a:t>높은 보상을 제공하</a:t>
            </a:r>
            <a:r>
              <a:rPr sz="1200">
                <a:solidFill>
                  <a:srgbClr val="202020"/>
                </a:solidFill>
              </a:rPr>
              <a:t>지만 HP가 높아 긴 채굴 시간이 필요한</a:t>
            </a:r>
            <a:r>
              <a:rPr sz="1200" b="0">
                <a:solidFill>
                  <a:srgbClr val="202020"/>
                </a:solidFill>
              </a:rPr>
              <a:t> 대상이다.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noGrp="1"/>
          </p:cNvSpPr>
          <p:nvPr/>
        </p:nvSpPr>
        <p:spPr>
          <a:xfrm>
            <a:off x="95250" y="45815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200" dirty="0"/>
              <a:t>- </a:t>
            </a:r>
            <a:r>
              <a:rPr sz="1200" dirty="0" err="1"/>
              <a:t>상대적으로</a:t>
            </a:r>
            <a:r>
              <a:rPr sz="1200" dirty="0"/>
              <a:t> 긴 </a:t>
            </a:r>
            <a:r>
              <a:rPr sz="1200" dirty="0" err="1"/>
              <a:t>채굴</a:t>
            </a:r>
            <a:r>
              <a:rPr sz="1200" dirty="0"/>
              <a:t> </a:t>
            </a:r>
            <a:r>
              <a:rPr sz="1200" dirty="0" err="1"/>
              <a:t>구간</a:t>
            </a:r>
            <a:r>
              <a:rPr lang="ko-KR" altLang="en-US" sz="1200" dirty="0"/>
              <a:t>은</a:t>
            </a:r>
            <a:r>
              <a:rPr sz="1200" dirty="0"/>
              <a:t> </a:t>
            </a:r>
            <a:r>
              <a:rPr sz="1200" dirty="0" err="1"/>
              <a:t>브레이크</a:t>
            </a:r>
            <a:r>
              <a:rPr sz="1200" dirty="0"/>
              <a:t> </a:t>
            </a:r>
            <a:r>
              <a:rPr sz="1200" dirty="0" err="1"/>
              <a:t>시스템을</a:t>
            </a:r>
            <a:r>
              <a:rPr sz="1200" dirty="0"/>
              <a:t> </a:t>
            </a:r>
            <a:r>
              <a:rPr sz="1200" dirty="0" err="1"/>
              <a:t>통해</a:t>
            </a:r>
            <a:r>
              <a:rPr sz="1200" dirty="0"/>
              <a:t> </a:t>
            </a:r>
            <a:r>
              <a:rPr sz="1200" dirty="0" err="1"/>
              <a:t>공략</a:t>
            </a:r>
            <a:r>
              <a:rPr sz="1200" dirty="0"/>
              <a:t> </a:t>
            </a:r>
            <a:r>
              <a:rPr sz="1200" dirty="0" err="1"/>
              <a:t>단계로</a:t>
            </a:r>
            <a:r>
              <a:rPr sz="1200" dirty="0"/>
              <a:t> </a:t>
            </a:r>
            <a:r>
              <a:rPr sz="1200" dirty="0" err="1"/>
              <a:t>분리하고</a:t>
            </a:r>
            <a:r>
              <a:rPr sz="1200" dirty="0"/>
              <a:t>, </a:t>
            </a:r>
            <a:r>
              <a:rPr sz="1200" dirty="0" err="1"/>
              <a:t>반복</a:t>
            </a:r>
            <a:r>
              <a:rPr sz="1200" dirty="0"/>
              <a:t> </a:t>
            </a:r>
            <a:r>
              <a:rPr sz="1200" dirty="0" err="1"/>
              <a:t>체감을</a:t>
            </a:r>
            <a:r>
              <a:rPr sz="1200" dirty="0"/>
              <a:t> </a:t>
            </a:r>
            <a:r>
              <a:rPr sz="1200" dirty="0" err="1"/>
              <a:t>완화한다</a:t>
            </a:r>
            <a:r>
              <a:rPr sz="1200" dirty="0"/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A586D93-2848-2492-4C2F-ED5339E5FC28}"/>
              </a:ext>
            </a:extLst>
          </p:cNvPr>
          <p:cNvSpPr>
            <a:spLocks noGrp="1"/>
          </p:cNvSpPr>
          <p:nvPr/>
        </p:nvSpPr>
        <p:spPr>
          <a:xfrm>
            <a:off x="95249" y="1066800"/>
            <a:ext cx="78200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200" dirty="0"/>
              <a:t>- </a:t>
            </a:r>
            <a:r>
              <a:rPr sz="1200" dirty="0" err="1"/>
              <a:t>광물의</a:t>
            </a:r>
            <a:r>
              <a:rPr sz="1200" dirty="0"/>
              <a:t> </a:t>
            </a:r>
            <a:r>
              <a:rPr sz="1200" dirty="0" err="1"/>
              <a:t>HP와</a:t>
            </a:r>
            <a:r>
              <a:rPr sz="1200" dirty="0"/>
              <a:t> </a:t>
            </a:r>
            <a:r>
              <a:rPr sz="1200" dirty="0" err="1"/>
              <a:t>특수성에</a:t>
            </a:r>
            <a:r>
              <a:rPr sz="1200" dirty="0"/>
              <a:t> </a:t>
            </a:r>
            <a:r>
              <a:rPr sz="1200" dirty="0" err="1"/>
              <a:t>따라</a:t>
            </a:r>
            <a:r>
              <a:rPr sz="1200" dirty="0"/>
              <a:t> </a:t>
            </a:r>
            <a:r>
              <a:rPr sz="1200" dirty="0" err="1"/>
              <a:t>플레이</a:t>
            </a:r>
            <a:r>
              <a:rPr sz="1200" dirty="0"/>
              <a:t> </a:t>
            </a:r>
            <a:r>
              <a:rPr sz="1200" dirty="0" err="1"/>
              <a:t>경험</a:t>
            </a:r>
            <a:r>
              <a:rPr sz="1200" dirty="0"/>
              <a:t> </a:t>
            </a:r>
            <a:r>
              <a:rPr sz="1200" dirty="0" err="1"/>
              <a:t>차이가</a:t>
            </a:r>
            <a:r>
              <a:rPr sz="1200" dirty="0"/>
              <a:t> </a:t>
            </a:r>
            <a:r>
              <a:rPr sz="1200" dirty="0" err="1"/>
              <a:t>발생한다</a:t>
            </a:r>
            <a:r>
              <a:rPr sz="1200" dirty="0"/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CDC577-37DA-49E0-9D30-4DBED552C8FE}"/>
              </a:ext>
            </a:extLst>
          </p:cNvPr>
          <p:cNvSpPr>
            <a:spLocks noGrp="1"/>
          </p:cNvSpPr>
          <p:nvPr/>
        </p:nvSpPr>
        <p:spPr>
          <a:xfrm>
            <a:off x="95250" y="28479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994726A-62A6-CC94-B67C-0F628E3B3654}"/>
              </a:ext>
            </a:extLst>
          </p:cNvPr>
          <p:cNvSpPr>
            <a:spLocks noGrp="1"/>
          </p:cNvSpPr>
          <p:nvPr/>
        </p:nvSpPr>
        <p:spPr>
          <a:xfrm>
            <a:off x="152400" y="28860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대형 광물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DDD37C-E81E-F53F-0D08-86E74271B41F}"/>
              </a:ext>
            </a:extLst>
          </p:cNvPr>
          <p:cNvSpPr>
            <a:spLocks noGrp="1"/>
          </p:cNvSpPr>
          <p:nvPr/>
        </p:nvSpPr>
        <p:spPr>
          <a:xfrm>
            <a:off x="1619250" y="28479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480740-165C-5915-594A-6E2CA24E20F5}"/>
              </a:ext>
            </a:extLst>
          </p:cNvPr>
          <p:cNvSpPr>
            <a:spLocks noGrp="1"/>
          </p:cNvSpPr>
          <p:nvPr/>
        </p:nvSpPr>
        <p:spPr>
          <a:xfrm>
            <a:off x="1676400" y="28860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HP가 높고 크기가 거대해서 공략 대상으로 인지됨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06ED444-E21B-AA0A-F357-4B0272DA53AA}"/>
              </a:ext>
            </a:extLst>
          </p:cNvPr>
          <p:cNvSpPr>
            <a:spLocks noGrp="1"/>
          </p:cNvSpPr>
          <p:nvPr/>
        </p:nvSpPr>
        <p:spPr>
          <a:xfrm>
            <a:off x="5905500" y="28479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1E6732-B2AA-044D-9894-008026314B75}"/>
              </a:ext>
            </a:extLst>
          </p:cNvPr>
          <p:cNvSpPr>
            <a:spLocks noGrp="1"/>
          </p:cNvSpPr>
          <p:nvPr/>
        </p:nvSpPr>
        <p:spPr>
          <a:xfrm>
            <a:off x="5962650" y="28860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목표에 대한 인지와 확실한 보상에 대한 기대감 발생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0E559A-C22E-CA4B-4BD2-FAEC7F2DAF93}"/>
              </a:ext>
            </a:extLst>
          </p:cNvPr>
          <p:cNvSpPr>
            <a:spLocks noGrp="1"/>
          </p:cNvSpPr>
          <p:nvPr/>
        </p:nvSpPr>
        <p:spPr>
          <a:xfrm>
            <a:off x="5962650" y="24288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화염 피해, </a:t>
            </a:r>
            <a:r>
              <a:rPr sz="1000">
                <a:solidFill>
                  <a:srgbClr val="202020"/>
                </a:solidFill>
              </a:rPr>
              <a:t>빙결 상태 등으로 변칙을 줘서 다양한 경험을 줌</a:t>
            </a: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noGrp="1"/>
          </p:cNvSpPr>
          <p:nvPr/>
        </p:nvSpPr>
        <p:spPr>
          <a:xfrm>
            <a:off x="952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대형 광물 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noGrp="1"/>
          </p:cNvSpPr>
          <p:nvPr/>
        </p:nvSpPr>
        <p:spPr>
          <a:xfrm>
            <a:off x="18923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noGrp="1"/>
          </p:cNvSpPr>
          <p:nvPr/>
        </p:nvSpPr>
        <p:spPr>
          <a:xfrm>
            <a:off x="20447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noGrp="1"/>
          </p:cNvSpPr>
          <p:nvPr/>
        </p:nvSpPr>
        <p:spPr>
          <a:xfrm>
            <a:off x="21018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약점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lang="ko-KR" altLang="en-US" sz="1100" b="1" dirty="0">
                <a:solidFill>
                  <a:srgbClr val="202020"/>
                </a:solidFill>
              </a:rPr>
              <a:t>공략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noGrp="1"/>
          </p:cNvSpPr>
          <p:nvPr/>
        </p:nvSpPr>
        <p:spPr>
          <a:xfrm>
            <a:off x="38417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noGrp="1"/>
          </p:cNvSpPr>
          <p:nvPr/>
        </p:nvSpPr>
        <p:spPr>
          <a:xfrm>
            <a:off x="39941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noGrp="1"/>
          </p:cNvSpPr>
          <p:nvPr/>
        </p:nvSpPr>
        <p:spPr>
          <a:xfrm>
            <a:off x="40513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noGrp="1"/>
          </p:cNvSpPr>
          <p:nvPr/>
        </p:nvSpPr>
        <p:spPr>
          <a:xfrm>
            <a:off x="57912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noGrp="1"/>
          </p:cNvSpPr>
          <p:nvPr/>
        </p:nvSpPr>
        <p:spPr>
          <a:xfrm>
            <a:off x="5943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noGrp="1"/>
          </p:cNvSpPr>
          <p:nvPr/>
        </p:nvSpPr>
        <p:spPr>
          <a:xfrm>
            <a:off x="95250" y="42672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4.2. 적용 범위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noGrp="1"/>
          </p:cNvSpPr>
          <p:nvPr/>
        </p:nvSpPr>
        <p:spPr>
          <a:xfrm>
            <a:off x="95250" y="4610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데이터에서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적용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제어한다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noGrp="1"/>
          </p:cNvSpPr>
          <p:nvPr/>
        </p:nvSpPr>
        <p:spPr>
          <a:xfrm>
            <a:off x="95250" y="4886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C39D45-F7FB-A4C2-9FDC-ECB2DE10E074}"/>
              </a:ext>
            </a:extLst>
          </p:cNvPr>
          <p:cNvSpPr>
            <a:spLocks noGrp="1"/>
          </p:cNvSpPr>
          <p:nvPr/>
        </p:nvSpPr>
        <p:spPr>
          <a:xfrm>
            <a:off x="95250" y="2114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4EA727-3A9A-81C0-C2B6-02710899D3D1}"/>
              </a:ext>
            </a:extLst>
          </p:cNvPr>
          <p:cNvSpPr>
            <a:spLocks noGrp="1"/>
          </p:cNvSpPr>
          <p:nvPr/>
        </p:nvSpPr>
        <p:spPr>
          <a:xfrm>
            <a:off x="95250" y="2457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1. 대형 광물을 일정 횟수 타격하면 약점이 등장한다.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4F1578-FBDA-4E54-6574-845C214544A1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2. 약점을 일정 횟수 타격하면 브레이크 상태에 진입한다.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758A90-9519-BD88-DD7C-D42FCFA719B2}"/>
              </a:ext>
            </a:extLst>
          </p:cNvPr>
          <p:cNvSpPr>
            <a:spLocks noGrp="1"/>
          </p:cNvSpPr>
          <p:nvPr/>
        </p:nvSpPr>
        <p:spPr>
          <a:xfrm>
            <a:off x="95250" y="3028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3. </a:t>
            </a:r>
            <a:r>
              <a:rPr sz="1200" b="0" dirty="0" err="1">
                <a:solidFill>
                  <a:srgbClr val="202020"/>
                </a:solidFill>
              </a:rPr>
              <a:t>약점은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숨겨지고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</a:t>
            </a:r>
            <a:r>
              <a:rPr lang="en-US"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동안 피해량이 증가한다</a:t>
            </a:r>
            <a:r>
              <a:rPr lang="en-US" altLang="ko-KR" sz="1200" b="0" dirty="0">
                <a:solidFill>
                  <a:srgbClr val="202020"/>
                </a:solidFill>
              </a:rPr>
              <a:t>.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F918A1-3D6F-D556-0A48-592B67B82C54}"/>
              </a:ext>
            </a:extLst>
          </p:cNvPr>
          <p:cNvSpPr>
            <a:spLocks noGrp="1"/>
          </p:cNvSpPr>
          <p:nvPr/>
        </p:nvSpPr>
        <p:spPr>
          <a:xfrm>
            <a:off x="95250" y="3314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4. 브레이크 시간이 종료되면 일반 상태로 복귀한다.</a:t>
            </a:r>
          </a:p>
        </p:txBody>
      </p:sp>
    </p:spTree>
    <p:extLst>
      <p:ext uri="{BB962C8B-B14F-4D97-AF65-F5344CB8AC3E}">
        <p14:creationId xmlns:p14="http://schemas.microsoft.com/office/powerpoint/2010/main" val="5197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약점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lang="ko-KR" altLang="en-US" sz="1100" b="1" dirty="0">
                <a:solidFill>
                  <a:srgbClr val="202020"/>
                </a:solidFill>
              </a:rPr>
              <a:t>타격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광물에 곡괭이 접촉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스케일 연출 (기존 연출)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 감소 및 약점 노출 카운트 증가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약점 </a:t>
            </a:r>
            <a:r>
              <a:rPr sz="1000" b="0" dirty="0" err="1">
                <a:solidFill>
                  <a:srgbClr val="202020"/>
                </a:solidFill>
              </a:rPr>
              <a:t>노출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조건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충족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광물 </a:t>
            </a:r>
            <a:r>
              <a:rPr sz="1000" b="0" dirty="0" err="1">
                <a:solidFill>
                  <a:srgbClr val="202020"/>
                </a:solidFill>
              </a:rPr>
              <a:t>외곽선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근처에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등장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타격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피격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연출</a:t>
            </a:r>
            <a:r>
              <a:rPr sz="1000" b="0" dirty="0">
                <a:solidFill>
                  <a:srgbClr val="202020"/>
                </a:solidFill>
              </a:rPr>
              <a:t> / </a:t>
            </a:r>
            <a:r>
              <a:rPr lang="ko-KR" altLang="en-US" sz="1000" b="0" dirty="0">
                <a:solidFill>
                  <a:srgbClr val="202020"/>
                </a:solidFill>
              </a:rPr>
              <a:t>약점 </a:t>
            </a:r>
            <a:r>
              <a:rPr sz="1000" b="0" dirty="0" err="1">
                <a:solidFill>
                  <a:srgbClr val="202020"/>
                </a:solidFill>
              </a:rPr>
              <a:t>크기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조건 누적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조건 </a:t>
            </a:r>
            <a:r>
              <a:rPr sz="1000" b="0" dirty="0" err="1">
                <a:solidFill>
                  <a:srgbClr val="202020"/>
                </a:solidFill>
              </a:rPr>
              <a:t>충족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라인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색상</a:t>
            </a:r>
            <a:r>
              <a:rPr lang="en-US"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강조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타격 </a:t>
            </a:r>
            <a:r>
              <a:rPr sz="1000" b="0" dirty="0" err="1">
                <a:solidFill>
                  <a:srgbClr val="202020"/>
                </a:solidFill>
              </a:rPr>
              <a:t>피해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배율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적용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연출 종료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타격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횟수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기준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noGrp="1"/>
          </p:cNvSpPr>
          <p:nvPr/>
        </p:nvSpPr>
        <p:spPr>
          <a:xfrm>
            <a:off x="247650" y="1971675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dirty="0">
                <a:solidFill>
                  <a:srgbClr val="202020"/>
                </a:solidFill>
              </a:rPr>
              <a:t>30</a:t>
            </a:r>
            <a:r>
              <a:rPr sz="1000" dirty="0">
                <a:solidFill>
                  <a:srgbClr val="202020"/>
                </a:solidFill>
              </a:rPr>
              <a:t>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조건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80회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횟수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기준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한 위치 고정 공략 패턴을 완화하기 위한 장치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비노출 조건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dirty="0">
                <a:solidFill>
                  <a:srgbClr val="202020"/>
                </a:solidFill>
              </a:rPr>
              <a:t>HP </a:t>
            </a:r>
            <a:r>
              <a:rPr lang="en-US" sz="1000" b="0" dirty="0">
                <a:solidFill>
                  <a:srgbClr val="202020"/>
                </a:solidFill>
              </a:rPr>
              <a:t>15% </a:t>
            </a:r>
            <a:r>
              <a:rPr lang="ko-KR" altLang="en-US" sz="1000" b="0" dirty="0">
                <a:solidFill>
                  <a:srgbClr val="202020"/>
                </a:solidFill>
              </a:rPr>
              <a:t>이하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/>
              <a:t>남은 </a:t>
            </a:r>
            <a:r>
              <a:rPr lang="en-US" altLang="ko-KR" sz="1000" dirty="0"/>
              <a:t>HP </a:t>
            </a:r>
            <a:r>
              <a:rPr lang="ko-KR" altLang="en-US" sz="1000" dirty="0"/>
              <a:t>비율이 </a:t>
            </a:r>
            <a:r>
              <a:rPr lang="en-US" altLang="ko-KR" sz="1000" dirty="0"/>
              <a:t>15% </a:t>
            </a:r>
            <a:r>
              <a:rPr lang="ko-KR" altLang="en-US" sz="1000" dirty="0"/>
              <a:t>이하일 경우 약점 </a:t>
            </a:r>
            <a:r>
              <a:rPr lang="ko-KR" altLang="en-US" sz="1000" dirty="0" err="1"/>
              <a:t>미노출</a:t>
            </a:r>
            <a:endParaRPr lang="en-US" altLang="ko-KR" sz="1000" dirty="0"/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마무리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불필요한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노출을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제한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noGrp="1"/>
          </p:cNvSpPr>
          <p:nvPr/>
        </p:nvSpPr>
        <p:spPr>
          <a:xfrm>
            <a:off x="190500" y="41624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noGrp="1"/>
          </p:cNvSpPr>
          <p:nvPr/>
        </p:nvSpPr>
        <p:spPr>
          <a:xfrm>
            <a:off x="190500" y="4505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noGrp="1"/>
          </p:cNvSpPr>
          <p:nvPr/>
        </p:nvSpPr>
        <p:spPr>
          <a:xfrm>
            <a:off x="190500" y="47815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플레이어가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방향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주변에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생성하되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정확히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같은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위치에는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생성하지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않는다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noGrp="1"/>
          </p:cNvSpPr>
          <p:nvPr/>
        </p:nvSpPr>
        <p:spPr>
          <a:xfrm>
            <a:off x="190500" y="50577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7. UI / UX 상태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5619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 텍스트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약점 노출 </a:t>
            </a:r>
            <a:r>
              <a:rPr sz="1000" b="0" dirty="0" err="1">
                <a:solidFill>
                  <a:srgbClr val="202020"/>
                </a:solidFill>
              </a:rPr>
              <a:t>조건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충족</a:t>
            </a:r>
            <a:r>
              <a:rPr sz="1000" b="0" dirty="0">
                <a:solidFill>
                  <a:srgbClr val="202020"/>
                </a:solidFill>
              </a:rPr>
              <a:t> 시 </a:t>
            </a:r>
            <a:r>
              <a:rPr sz="1000" b="0" dirty="0" err="1">
                <a:solidFill>
                  <a:srgbClr val="202020"/>
                </a:solidFill>
              </a:rPr>
              <a:t>등장하며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endParaRPr lang="en-US"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해당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부위를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타격하면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조건이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누적된다</a:t>
            </a:r>
            <a:r>
              <a:rPr sz="10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noGrp="1"/>
          </p:cNvSpPr>
          <p:nvPr/>
        </p:nvSpPr>
        <p:spPr>
          <a:xfrm>
            <a:off x="6191250" y="2733672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noGrp="1"/>
          </p:cNvSpPr>
          <p:nvPr/>
        </p:nvSpPr>
        <p:spPr>
          <a:xfrm>
            <a:off x="6248400" y="2771772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noGrp="1"/>
          </p:cNvSpPr>
          <p:nvPr/>
        </p:nvSpPr>
        <p:spPr>
          <a:xfrm>
            <a:off x="6858000" y="2733672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noGrp="1"/>
          </p:cNvSpPr>
          <p:nvPr/>
        </p:nvSpPr>
        <p:spPr>
          <a:xfrm>
            <a:off x="6915150" y="2771772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noGrp="1"/>
          </p:cNvSpPr>
          <p:nvPr/>
        </p:nvSpPr>
        <p:spPr>
          <a:xfrm>
            <a:off x="8477250" y="2733672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noGrp="1"/>
          </p:cNvSpPr>
          <p:nvPr/>
        </p:nvSpPr>
        <p:spPr>
          <a:xfrm>
            <a:off x="8534400" y="2771772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상태</a:t>
            </a:r>
            <a:r>
              <a:rPr lang="ko-KR" altLang="en-US" sz="1000" b="0" dirty="0">
                <a:solidFill>
                  <a:srgbClr val="202020"/>
                </a:solidFill>
              </a:rPr>
              <a:t>가 되면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남은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시간을</a:t>
            </a:r>
            <a:endParaRPr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외곽선이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확산</a:t>
            </a:r>
            <a:r>
              <a:rPr sz="1000" b="0" dirty="0">
                <a:solidFill>
                  <a:srgbClr val="202020"/>
                </a:solidFill>
              </a:rPr>
              <a:t> 후 </a:t>
            </a:r>
            <a:r>
              <a:rPr sz="1000" b="0" dirty="0" err="1">
                <a:solidFill>
                  <a:srgbClr val="202020"/>
                </a:solidFill>
              </a:rPr>
              <a:t>좁혀지는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연출로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안내한다</a:t>
            </a:r>
            <a:r>
              <a:rPr sz="10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noGrp="1"/>
          </p:cNvSpPr>
          <p:nvPr/>
        </p:nvSpPr>
        <p:spPr>
          <a:xfrm>
            <a:off x="6191250" y="2276475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noGrp="1"/>
          </p:cNvSpPr>
          <p:nvPr/>
        </p:nvSpPr>
        <p:spPr>
          <a:xfrm>
            <a:off x="6248400" y="2314575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dirty="0"/>
              <a:t>2</a:t>
            </a:r>
            <a:endParaRPr sz="10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noGrp="1"/>
          </p:cNvSpPr>
          <p:nvPr/>
        </p:nvSpPr>
        <p:spPr>
          <a:xfrm>
            <a:off x="6858000" y="2276475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noGrp="1"/>
          </p:cNvSpPr>
          <p:nvPr/>
        </p:nvSpPr>
        <p:spPr>
          <a:xfrm>
            <a:off x="6915150" y="2314575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noGrp="1"/>
          </p:cNvSpPr>
          <p:nvPr/>
        </p:nvSpPr>
        <p:spPr>
          <a:xfrm>
            <a:off x="8477250" y="2276475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noGrp="1"/>
          </p:cNvSpPr>
          <p:nvPr/>
        </p:nvSpPr>
        <p:spPr>
          <a:xfrm>
            <a:off x="8534400" y="2314575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lang="ko-KR" altLang="en-US" sz="1000" dirty="0">
                <a:solidFill>
                  <a:srgbClr val="202020"/>
                </a:solidFill>
              </a:rPr>
              <a:t>을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lang="ko-KR" altLang="en-US" sz="1000" dirty="0">
                <a:solidFill>
                  <a:srgbClr val="202020"/>
                </a:solidFill>
              </a:rPr>
              <a:t>하면 피격 피드백으로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명중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여부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전달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7.1. UX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남은 시간은 광물 외곽선 연출로 표현한다.</a:t>
            </a: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38" y="851535"/>
            <a:ext cx="2334038" cy="2990850"/>
          </a:xfrm>
          <a:prstGeom prst="rect">
            <a:avLst/>
          </a:prstGeom>
        </p:spPr>
      </p:pic>
      <p:sp>
        <p:nvSpPr>
          <p:cNvPr id="46" name="타원 45">
            <a:extLst>
              <a:ext uri="{FF2B5EF4-FFF2-40B4-BE49-F238E27FC236}">
                <a16:creationId xmlns:a16="http://schemas.microsoft.com/office/drawing/2014/main" id="{A9E7128D-FA7F-1AA5-F9CE-EB4439C1350D}"/>
              </a:ext>
            </a:extLst>
          </p:cNvPr>
          <p:cNvSpPr>
            <a:spLocks noGrp="1"/>
          </p:cNvSpPr>
          <p:nvPr/>
        </p:nvSpPr>
        <p:spPr>
          <a:xfrm>
            <a:off x="2007457" y="1927860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sz="2400" dirty="0">
                <a:solidFill>
                  <a:schemeClr val="bg1"/>
                </a:solidFill>
              </a:rPr>
              <a:t>1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5CE1E50-5AD1-491B-9122-F56A7962FA37}"/>
              </a:ext>
            </a:extLst>
          </p:cNvPr>
          <p:cNvSpPr>
            <a:spLocks noGrp="1"/>
          </p:cNvSpPr>
          <p:nvPr/>
        </p:nvSpPr>
        <p:spPr>
          <a:xfrm>
            <a:off x="2614528" y="2876549"/>
            <a:ext cx="914400" cy="9144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2560B69-FA9A-46F7-A5FA-59B8B0559FF6}"/>
              </a:ext>
            </a:extLst>
          </p:cNvPr>
          <p:cNvSpPr>
            <a:spLocks noGrp="1"/>
          </p:cNvSpPr>
          <p:nvPr/>
        </p:nvSpPr>
        <p:spPr>
          <a:xfrm>
            <a:off x="2776452" y="3019423"/>
            <a:ext cx="619125" cy="6191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398C59-4EBC-4CA0-3D84-5A4B937DAC2E}"/>
              </a:ext>
            </a:extLst>
          </p:cNvPr>
          <p:cNvSpPr>
            <a:spLocks noGrp="1"/>
          </p:cNvSpPr>
          <p:nvPr/>
        </p:nvSpPr>
        <p:spPr>
          <a:xfrm>
            <a:off x="2914565" y="3171822"/>
            <a:ext cx="314325" cy="3143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FA6B0D0-CB61-6E08-B5DF-062E6D768B7D}"/>
              </a:ext>
            </a:extLst>
          </p:cNvPr>
          <p:cNvSpPr>
            <a:spLocks noGrp="1"/>
          </p:cNvSpPr>
          <p:nvPr/>
        </p:nvSpPr>
        <p:spPr>
          <a:xfrm>
            <a:off x="2657304" y="2976560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/>
              <a:t>2</a:t>
            </a:r>
            <a:endParaRPr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87F8C4AD-27BC-BEEF-E842-5B6C99A5866E}"/>
              </a:ext>
            </a:extLst>
          </p:cNvPr>
          <p:cNvSpPr>
            <a:spLocks noGrp="1"/>
          </p:cNvSpPr>
          <p:nvPr/>
        </p:nvSpPr>
        <p:spPr>
          <a:xfrm>
            <a:off x="3608316" y="1291901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피드백 / 연출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 타이밍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타</a:t>
            </a:r>
            <a:r>
              <a:rPr sz="1000" b="0" dirty="0">
                <a:solidFill>
                  <a:srgbClr val="202020"/>
                </a:solidFill>
              </a:rPr>
              <a:t>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연출 사용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타</a:t>
            </a:r>
            <a:r>
              <a:rPr sz="1000" b="0" dirty="0">
                <a:solidFill>
                  <a:srgbClr val="202020"/>
                </a:solidFill>
              </a:rPr>
              <a:t>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접촉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약점 타</a:t>
            </a:r>
            <a:r>
              <a:rPr sz="1000" b="0" dirty="0">
                <a:solidFill>
                  <a:srgbClr val="202020"/>
                </a:solidFill>
              </a:rPr>
              <a:t>격 </a:t>
            </a:r>
            <a:r>
              <a:rPr sz="1000" b="0" dirty="0" err="1">
                <a:solidFill>
                  <a:srgbClr val="202020"/>
                </a:solidFill>
              </a:rPr>
              <a:t>시마다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반응하고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크기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en-US" sz="1000" dirty="0">
                <a:solidFill>
                  <a:srgbClr val="202020"/>
                </a:solidFill>
              </a:rPr>
              <a:t>8</a:t>
            </a:r>
            <a:r>
              <a:rPr lang="en-US" sz="1000" b="0" dirty="0">
                <a:solidFill>
                  <a:srgbClr val="202020"/>
                </a:solidFill>
              </a:rPr>
              <a:t>0</a:t>
            </a:r>
            <a:r>
              <a:rPr sz="1000" b="0" dirty="0">
                <a:solidFill>
                  <a:srgbClr val="202020"/>
                </a:solidFill>
              </a:rPr>
              <a:t>회</a:t>
            </a:r>
            <a:r>
              <a:rPr lang="en-US" sz="1000" b="0" dirty="0">
                <a:solidFill>
                  <a:srgbClr val="202020"/>
                </a:solidFill>
              </a:rPr>
              <a:t> (</a:t>
            </a:r>
            <a:r>
              <a:rPr lang="ko-KR" altLang="en-US" sz="1000" b="0" dirty="0">
                <a:solidFill>
                  <a:srgbClr val="202020"/>
                </a:solidFill>
              </a:rPr>
              <a:t>브레이크 발생 조건</a:t>
            </a:r>
            <a:r>
              <a:rPr lang="en-US" altLang="ko-KR" sz="1000" b="0" dirty="0">
                <a:solidFill>
                  <a:srgbClr val="202020"/>
                </a:solidFill>
              </a:rPr>
              <a:t>)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약점 숨김 및</a:t>
            </a:r>
            <a:r>
              <a:rPr lang="en-US" altLang="ko-KR" sz="100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외곽선과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동일한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형태의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라인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확산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남은 시간동안 </a:t>
            </a:r>
            <a:r>
              <a:rPr sz="1000" b="0" dirty="0" err="1">
                <a:solidFill>
                  <a:srgbClr val="202020"/>
                </a:solidFill>
              </a:rPr>
              <a:t>확산된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외곽선이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서서히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테두리로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복귀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일반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상태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복귀</a:t>
            </a:r>
            <a:endParaRPr sz="1000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데이터 테이블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noGrp="1"/>
          </p:cNvSpPr>
          <p:nvPr/>
        </p:nvSpPr>
        <p:spPr>
          <a:xfrm>
            <a:off x="190500" y="159067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noGrp="1"/>
          </p:cNvSpPr>
          <p:nvPr/>
        </p:nvSpPr>
        <p:spPr>
          <a:xfrm>
            <a:off x="247650" y="16287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noGrp="1"/>
          </p:cNvSpPr>
          <p:nvPr/>
        </p:nvSpPr>
        <p:spPr>
          <a:xfrm>
            <a:off x="3143250" y="15906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noGrp="1"/>
          </p:cNvSpPr>
          <p:nvPr/>
        </p:nvSpPr>
        <p:spPr>
          <a:xfrm>
            <a:off x="3200400" y="16287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noGrp="1"/>
          </p:cNvSpPr>
          <p:nvPr/>
        </p:nvSpPr>
        <p:spPr>
          <a:xfrm>
            <a:off x="4857750" y="15906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noGrp="1"/>
          </p:cNvSpPr>
          <p:nvPr/>
        </p:nvSpPr>
        <p:spPr>
          <a:xfrm>
            <a:off x="4914900" y="16287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1.5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noGrp="1"/>
          </p:cNvSpPr>
          <p:nvPr/>
        </p:nvSpPr>
        <p:spPr>
          <a:xfrm>
            <a:off x="6572250" y="159067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noGrp="1"/>
          </p:cNvSpPr>
          <p:nvPr/>
        </p:nvSpPr>
        <p:spPr>
          <a:xfrm>
            <a:off x="6629400" y="16287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데미지 증가 배율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noGrp="1"/>
          </p:cNvSpPr>
          <p:nvPr/>
        </p:nvSpPr>
        <p:spPr>
          <a:xfrm>
            <a:off x="190500" y="195262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noGrp="1"/>
          </p:cNvSpPr>
          <p:nvPr/>
        </p:nvSpPr>
        <p:spPr>
          <a:xfrm>
            <a:off x="247650" y="19907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noGrp="1"/>
          </p:cNvSpPr>
          <p:nvPr/>
        </p:nvSpPr>
        <p:spPr>
          <a:xfrm>
            <a:off x="3200400" y="19907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noGrp="1"/>
          </p:cNvSpPr>
          <p:nvPr/>
        </p:nvSpPr>
        <p:spPr>
          <a:xfrm>
            <a:off x="4857750" y="19526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noGrp="1"/>
          </p:cNvSpPr>
          <p:nvPr/>
        </p:nvSpPr>
        <p:spPr>
          <a:xfrm>
            <a:off x="4914900" y="19907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noGrp="1"/>
          </p:cNvSpPr>
          <p:nvPr/>
        </p:nvSpPr>
        <p:spPr>
          <a:xfrm>
            <a:off x="6629400" y="19907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noGrp="1"/>
          </p:cNvSpPr>
          <p:nvPr/>
        </p:nvSpPr>
        <p:spPr>
          <a:xfrm>
            <a:off x="190500" y="231457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noGrp="1"/>
          </p:cNvSpPr>
          <p:nvPr/>
        </p:nvSpPr>
        <p:spPr>
          <a:xfrm>
            <a:off x="247650" y="23526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weak_reveal_move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noGrp="1"/>
          </p:cNvSpPr>
          <p:nvPr/>
        </p:nvSpPr>
        <p:spPr>
          <a:xfrm>
            <a:off x="3143250" y="23145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noGrp="1"/>
          </p:cNvSpPr>
          <p:nvPr/>
        </p:nvSpPr>
        <p:spPr>
          <a:xfrm>
            <a:off x="3200400" y="23526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noGrp="1"/>
          </p:cNvSpPr>
          <p:nvPr/>
        </p:nvSpPr>
        <p:spPr>
          <a:xfrm>
            <a:off x="4857750" y="23145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noGrp="1"/>
          </p:cNvSpPr>
          <p:nvPr/>
        </p:nvSpPr>
        <p:spPr>
          <a:xfrm>
            <a:off x="4914900" y="23526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noGrp="1"/>
          </p:cNvSpPr>
          <p:nvPr/>
        </p:nvSpPr>
        <p:spPr>
          <a:xfrm>
            <a:off x="6572250" y="231457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noGrp="1"/>
          </p:cNvSpPr>
          <p:nvPr/>
        </p:nvSpPr>
        <p:spPr>
          <a:xfrm>
            <a:off x="6629400" y="23526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위치가 다른 위치로 이동하는 시간(초)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noGrp="1"/>
          </p:cNvSpPr>
          <p:nvPr/>
        </p:nvSpPr>
        <p:spPr>
          <a:xfrm>
            <a:off x="190500" y="267652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noGrp="1"/>
          </p:cNvSpPr>
          <p:nvPr/>
        </p:nvSpPr>
        <p:spPr>
          <a:xfrm>
            <a:off x="247650" y="27146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noGrp="1"/>
          </p:cNvSpPr>
          <p:nvPr/>
        </p:nvSpPr>
        <p:spPr>
          <a:xfrm>
            <a:off x="3143250" y="26765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noGrp="1"/>
          </p:cNvSpPr>
          <p:nvPr/>
        </p:nvSpPr>
        <p:spPr>
          <a:xfrm>
            <a:off x="4857750" y="26765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noGrp="1"/>
          </p:cNvSpPr>
          <p:nvPr/>
        </p:nvSpPr>
        <p:spPr>
          <a:xfrm>
            <a:off x="49149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noGrp="1"/>
          </p:cNvSpPr>
          <p:nvPr/>
        </p:nvSpPr>
        <p:spPr>
          <a:xfrm>
            <a:off x="6572250" y="267652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noGrp="1"/>
          </p:cNvSpPr>
          <p:nvPr/>
        </p:nvSpPr>
        <p:spPr>
          <a:xfrm>
            <a:off x="6629400" y="27146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noGrp="1"/>
          </p:cNvSpPr>
          <p:nvPr/>
        </p:nvSpPr>
        <p:spPr>
          <a:xfrm>
            <a:off x="190500" y="39052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noGrp="1"/>
          </p:cNvSpPr>
          <p:nvPr/>
        </p:nvSpPr>
        <p:spPr>
          <a:xfrm>
            <a:off x="247650" y="3943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Table_MineralBreakGroup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noGrp="1"/>
          </p:cNvSpPr>
          <p:nvPr/>
        </p:nvSpPr>
        <p:spPr>
          <a:xfrm>
            <a:off x="3200400" y="3943350"/>
            <a:ext cx="807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000" dirty="0" err="1"/>
              <a:t>광물</a:t>
            </a:r>
            <a:r>
              <a:rPr sz="1000" dirty="0"/>
              <a:t> </a:t>
            </a:r>
            <a:r>
              <a:rPr sz="1000" dirty="0" err="1"/>
              <a:t>데이터에</a:t>
            </a:r>
            <a:r>
              <a:rPr sz="1000" dirty="0"/>
              <a:t> </a:t>
            </a:r>
            <a:r>
              <a:rPr sz="1000" dirty="0" err="1"/>
              <a:t>브레이크</a:t>
            </a:r>
            <a:r>
              <a:rPr sz="1000" dirty="0"/>
              <a:t> </a:t>
            </a:r>
            <a:r>
              <a:rPr sz="1000" dirty="0" err="1"/>
              <a:t>규칙</a:t>
            </a:r>
            <a:r>
              <a:rPr sz="1000" dirty="0"/>
              <a:t> </a:t>
            </a:r>
            <a:r>
              <a:rPr sz="1000" dirty="0" err="1"/>
              <a:t>적용</a:t>
            </a:r>
            <a:r>
              <a:rPr sz="1000" dirty="0"/>
              <a:t> </a:t>
            </a:r>
            <a:r>
              <a:rPr sz="1000" dirty="0" err="1"/>
              <a:t>여부를</a:t>
            </a:r>
            <a:r>
              <a:rPr sz="1000" dirty="0"/>
              <a:t> </a:t>
            </a:r>
            <a:r>
              <a:rPr sz="1000" dirty="0" err="1"/>
              <a:t>정의하는</a:t>
            </a:r>
            <a:r>
              <a:rPr sz="1000" dirty="0"/>
              <a:t> </a:t>
            </a:r>
            <a:r>
              <a:rPr sz="1000" dirty="0" err="1"/>
              <a:t>컬럼</a:t>
            </a:r>
            <a:endParaRPr sz="10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noGrp="1"/>
          </p:cNvSpPr>
          <p:nvPr/>
        </p:nvSpPr>
        <p:spPr>
          <a:xfrm>
            <a:off x="190500" y="42672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BreakType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noGrp="1"/>
          </p:cNvSpPr>
          <p:nvPr/>
        </p:nvSpPr>
        <p:spPr>
          <a:xfrm>
            <a:off x="190500" y="4629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noGrp="1"/>
          </p:cNvSpPr>
          <p:nvPr/>
        </p:nvSpPr>
        <p:spPr>
          <a:xfrm>
            <a:off x="247650" y="4667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None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noGrp="1"/>
          </p:cNvSpPr>
          <p:nvPr/>
        </p:nvSpPr>
        <p:spPr>
          <a:xfrm>
            <a:off x="3143250" y="4629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enum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noGrp="1"/>
          </p:cNvSpPr>
          <p:nvPr/>
        </p:nvSpPr>
        <p:spPr>
          <a:xfrm>
            <a:off x="4857750" y="46291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noGrp="1"/>
          </p:cNvSpPr>
          <p:nvPr/>
        </p:nvSpPr>
        <p:spPr>
          <a:xfrm>
            <a:off x="8001000" y="46291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noGrp="1"/>
          </p:cNvSpPr>
          <p:nvPr/>
        </p:nvSpPr>
        <p:spPr>
          <a:xfrm>
            <a:off x="247650" y="5029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noGrp="1"/>
          </p:cNvSpPr>
          <p:nvPr/>
        </p:nvSpPr>
        <p:spPr>
          <a:xfrm>
            <a:off x="3200400" y="5029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enum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noGrp="1"/>
          </p:cNvSpPr>
          <p:nvPr/>
        </p:nvSpPr>
        <p:spPr>
          <a:xfrm>
            <a:off x="4857750" y="49911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규칙 적용 광물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noGrp="1"/>
          </p:cNvSpPr>
          <p:nvPr/>
        </p:nvSpPr>
        <p:spPr>
          <a:xfrm>
            <a:off x="8001000" y="49911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+ 브레이크 외곽선 연출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E078695-E0EE-70B7-4C14-B2877F658EE2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CD88304-3334-1801-A788-132AD351329E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807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sz="1000"/>
              <a:t>브레이크와 약점 관련 데이터 관리 테이블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74B3F56-E857-747E-138B-103583A03786}"/>
              </a:ext>
            </a:extLst>
          </p:cNvPr>
          <p:cNvSpPr>
            <a:spLocks noGrp="1"/>
          </p:cNvSpPr>
          <p:nvPr/>
        </p:nvSpPr>
        <p:spPr>
          <a:xfrm>
            <a:off x="190500" y="267652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C23BC76-4FDC-0334-71F9-206B98B60187}"/>
              </a:ext>
            </a:extLst>
          </p:cNvPr>
          <p:cNvSpPr>
            <a:spLocks noGrp="1"/>
          </p:cNvSpPr>
          <p:nvPr/>
        </p:nvSpPr>
        <p:spPr>
          <a:xfrm>
            <a:off x="247650" y="27146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weak_break_hits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14D479B-B985-FE93-B609-D1BB61A35BF4}"/>
              </a:ext>
            </a:extLst>
          </p:cNvPr>
          <p:cNvSpPr>
            <a:spLocks noGrp="1"/>
          </p:cNvSpPr>
          <p:nvPr/>
        </p:nvSpPr>
        <p:spPr>
          <a:xfrm>
            <a:off x="3143250" y="267652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56F78E2-6E03-9A2B-909E-DB0C01D12963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499282-0299-2CBC-009F-F2AF67C5D80E}"/>
              </a:ext>
            </a:extLst>
          </p:cNvPr>
          <p:cNvSpPr>
            <a:spLocks noGrp="1"/>
          </p:cNvSpPr>
          <p:nvPr/>
        </p:nvSpPr>
        <p:spPr>
          <a:xfrm>
            <a:off x="4857750" y="267652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68732E7-9C0C-C0B7-774A-1A703AEDAAE6}"/>
              </a:ext>
            </a:extLst>
          </p:cNvPr>
          <p:cNvSpPr>
            <a:spLocks noGrp="1"/>
          </p:cNvSpPr>
          <p:nvPr/>
        </p:nvSpPr>
        <p:spPr>
          <a:xfrm>
            <a:off x="49149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80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0CBD4C1-E3F8-285A-3CCF-09A9F8CB1572}"/>
              </a:ext>
            </a:extLst>
          </p:cNvPr>
          <p:cNvSpPr>
            <a:spLocks noGrp="1"/>
          </p:cNvSpPr>
          <p:nvPr/>
        </p:nvSpPr>
        <p:spPr>
          <a:xfrm>
            <a:off x="6572250" y="267652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57E86EC-4F0D-811E-1AA9-335E2CE4AFAE}"/>
              </a:ext>
            </a:extLst>
          </p:cNvPr>
          <p:cNvSpPr>
            <a:spLocks noGrp="1"/>
          </p:cNvSpPr>
          <p:nvPr/>
        </p:nvSpPr>
        <p:spPr>
          <a:xfrm>
            <a:off x="6629400" y="27146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브레이크까지 필요한 약점 타격 수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26CFBEC-CECF-9BC5-E7E7-56DEBDE08087}"/>
              </a:ext>
            </a:extLst>
          </p:cNvPr>
          <p:cNvSpPr>
            <a:spLocks noGrp="1"/>
          </p:cNvSpPr>
          <p:nvPr/>
        </p:nvSpPr>
        <p:spPr>
          <a:xfrm>
            <a:off x="190500" y="303847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CAE761E-F5A8-0D0C-950A-4AE68C103EAF}"/>
              </a:ext>
            </a:extLst>
          </p:cNvPr>
          <p:cNvSpPr>
            <a:spLocks noGrp="1"/>
          </p:cNvSpPr>
          <p:nvPr/>
        </p:nvSpPr>
        <p:spPr>
          <a:xfrm>
            <a:off x="247650" y="30765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weak_reveal_min_ratio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B7F48DD-8DF7-03B5-1925-FCA4D8456726}"/>
              </a:ext>
            </a:extLst>
          </p:cNvPr>
          <p:cNvSpPr>
            <a:spLocks noGrp="1"/>
          </p:cNvSpPr>
          <p:nvPr/>
        </p:nvSpPr>
        <p:spPr>
          <a:xfrm>
            <a:off x="3143250" y="303847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64E5C11-86B6-CD2B-27F2-1F8B04E17628}"/>
              </a:ext>
            </a:extLst>
          </p:cNvPr>
          <p:cNvSpPr>
            <a:spLocks noGrp="1"/>
          </p:cNvSpPr>
          <p:nvPr/>
        </p:nvSpPr>
        <p:spPr>
          <a:xfrm>
            <a:off x="3200400" y="30765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C998EA8-7F6A-9C17-EE2E-829F91F5EEA3}"/>
              </a:ext>
            </a:extLst>
          </p:cNvPr>
          <p:cNvSpPr>
            <a:spLocks noGrp="1"/>
          </p:cNvSpPr>
          <p:nvPr/>
        </p:nvSpPr>
        <p:spPr>
          <a:xfrm>
            <a:off x="4857750" y="303847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78616AF-41D4-F446-0D8F-91A3E1AFB1D9}"/>
              </a:ext>
            </a:extLst>
          </p:cNvPr>
          <p:cNvSpPr>
            <a:spLocks noGrp="1"/>
          </p:cNvSpPr>
          <p:nvPr/>
        </p:nvSpPr>
        <p:spPr>
          <a:xfrm>
            <a:off x="4914900" y="30765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15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D7C88E1-45F3-BBFC-251B-267333ADD7EC}"/>
              </a:ext>
            </a:extLst>
          </p:cNvPr>
          <p:cNvSpPr>
            <a:spLocks noGrp="1"/>
          </p:cNvSpPr>
          <p:nvPr/>
        </p:nvSpPr>
        <p:spPr>
          <a:xfrm>
            <a:off x="6572250" y="303847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F8AAA08-80B3-9990-F9B1-CD16D15A83ED}"/>
              </a:ext>
            </a:extLst>
          </p:cNvPr>
          <p:cNvSpPr>
            <a:spLocks noGrp="1"/>
          </p:cNvSpPr>
          <p:nvPr/>
        </p:nvSpPr>
        <p:spPr>
          <a:xfrm>
            <a:off x="6629400" y="30765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광물 </a:t>
            </a:r>
            <a:r>
              <a:rPr sz="1000" b="0" dirty="0" err="1">
                <a:solidFill>
                  <a:srgbClr val="202020"/>
                </a:solidFill>
              </a:rPr>
              <a:t>남은</a:t>
            </a:r>
            <a:r>
              <a:rPr sz="1000" b="0" dirty="0">
                <a:solidFill>
                  <a:srgbClr val="202020"/>
                </a:solidFill>
              </a:rPr>
              <a:t> HP </a:t>
            </a:r>
            <a:r>
              <a:rPr sz="1000" b="0" dirty="0" err="1">
                <a:solidFill>
                  <a:srgbClr val="202020"/>
                </a:solidFill>
              </a:rPr>
              <a:t>비율</a:t>
            </a:r>
            <a:r>
              <a:rPr lang="en-US" sz="1000" dirty="0">
                <a:solidFill>
                  <a:srgbClr val="202020"/>
                </a:solidFill>
              </a:rPr>
              <a:t>(%)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하한</a:t>
            </a:r>
            <a:r>
              <a:rPr sz="1000" b="0" dirty="0">
                <a:solidFill>
                  <a:srgbClr val="202020"/>
                </a:solidFill>
              </a:rPr>
              <a:t>. </a:t>
            </a:r>
            <a:r>
              <a:rPr sz="1000" b="0" dirty="0" err="1">
                <a:solidFill>
                  <a:srgbClr val="202020"/>
                </a:solidFill>
              </a:rPr>
              <a:t>해당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비율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이하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구간에서는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미노출</a:t>
            </a:r>
            <a:endParaRPr sz="1000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10. 예외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BreakType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데이터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확인</a:t>
            </a:r>
            <a:r>
              <a:rPr lang="ko-KR" altLang="en-US" sz="1000" b="0" dirty="0">
                <a:solidFill>
                  <a:srgbClr val="202020"/>
                </a:solidFill>
              </a:rPr>
              <a:t>해 일반 광물에는 등장하지 않음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1003</Words>
  <Application>Microsoft Office PowerPoint</Application>
  <DocSecurity>0</DocSecurity>
  <PresentationFormat>와이드스크린</PresentationFormat>
  <Paragraphs>228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2026-04-24T12:38:08Z</dcterms:created>
  <dcterms:modified xsi:type="dcterms:W3CDTF">2026-04-25T09:13:30Z</dcterms:modified>
</cp:coreProperties>
</file>